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6.xml" ContentType="application/vnd.openxmlformats-officedocument.theme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8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9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10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11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2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13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14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5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6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7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theme/theme18.xml" ContentType="application/vnd.openxmlformats-officedocument.theme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theme/theme19.xml" ContentType="application/vnd.openxmlformats-officedocument.theme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theme/theme20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1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theme/theme22.xml" ContentType="application/vnd.openxmlformats-officedocument.theme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theme/theme23.xml" ContentType="application/vnd.openxmlformats-officedocument.theme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theme/theme24.xml" ContentType="application/vnd.openxmlformats-officedocument.theme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theme/theme25.xml" ContentType="application/vnd.openxmlformats-officedocument.theme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theme/theme26.xml" ContentType="application/vnd.openxmlformats-officedocument.theme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theme/theme27.xml" ContentType="application/vnd.openxmlformats-officedocument.theme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theme/theme28.xml" ContentType="application/vnd.openxmlformats-officedocument.theme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theme/theme29.xml" ContentType="application/vnd.openxmlformats-officedocument.theme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theme/theme30.xml" ContentType="application/vnd.openxmlformats-officedocument.theme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theme/theme31.xml" ContentType="application/vnd.openxmlformats-officedocument.theme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theme/theme32.xml" ContentType="application/vnd.openxmlformats-officedocument.theme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theme/theme33.xml" ContentType="application/vnd.openxmlformats-officedocument.theme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theme/theme34.xml" ContentType="application/vnd.openxmlformats-officedocument.theme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theme/theme35.xml" ContentType="application/vnd.openxmlformats-officedocument.theme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theme/theme36.xml" ContentType="application/vnd.openxmlformats-officedocument.theme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theme/theme37.xml" ContentType="application/vnd.openxmlformats-officedocument.theme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theme/theme38.xml" ContentType="application/vnd.openxmlformats-officedocument.theme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theme/theme39.xml" ContentType="application/vnd.openxmlformats-officedocument.theme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theme/theme40.xml" ContentType="application/vnd.openxmlformats-officedocument.theme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theme/theme41.xml" ContentType="application/vnd.openxmlformats-officedocument.theme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theme/theme42.xml" ContentType="application/vnd.openxmlformats-officedocument.theme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theme/theme43.xml" ContentType="application/vnd.openxmlformats-officedocument.theme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theme/theme44.xml" ContentType="application/vnd.openxmlformats-officedocument.theme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theme/theme45.xml" ContentType="application/vnd.openxmlformats-officedocument.theme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theme/theme46.xml" ContentType="application/vnd.openxmlformats-officedocument.theme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theme/theme47.xml" ContentType="application/vnd.openxmlformats-officedocument.theme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theme/theme48.xml" ContentType="application/vnd.openxmlformats-officedocument.theme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theme/theme49.xml" ContentType="application/vnd.openxmlformats-officedocument.theme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theme/theme50.xml" ContentType="application/vnd.openxmlformats-officedocument.theme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theme/theme51.xml" ContentType="application/vnd.openxmlformats-officedocument.theme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theme/theme52.xml" ContentType="application/vnd.openxmlformats-officedocument.theme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theme/theme53.xml" ContentType="application/vnd.openxmlformats-officedocument.theme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theme/theme54.xml" ContentType="application/vnd.openxmlformats-officedocument.theme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theme/theme55.xml" ContentType="application/vnd.openxmlformats-officedocument.theme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  <p:sldMasterId id="2147483656" r:id="rId4"/>
    <p:sldMasterId id="2147483659" r:id="rId5"/>
    <p:sldMasterId id="2147483661" r:id="rId6"/>
    <p:sldMasterId id="2147483682" r:id="rId7"/>
    <p:sldMasterId id="2147483684" r:id="rId8"/>
    <p:sldMasterId id="2147483705" r:id="rId9"/>
    <p:sldMasterId id="2147483726" r:id="rId10"/>
    <p:sldMasterId id="2147483747" r:id="rId11"/>
    <p:sldMasterId id="2147483768" r:id="rId12"/>
    <p:sldMasterId id="2147483789" r:id="rId13"/>
    <p:sldMasterId id="2147483810" r:id="rId14"/>
    <p:sldMasterId id="2147483831" r:id="rId15"/>
    <p:sldMasterId id="2147483852" r:id="rId16"/>
    <p:sldMasterId id="2147483873" r:id="rId17"/>
    <p:sldMasterId id="2147483894" r:id="rId18"/>
    <p:sldMasterId id="2147483915" r:id="rId19"/>
    <p:sldMasterId id="2147483936" r:id="rId20"/>
    <p:sldMasterId id="2147483957" r:id="rId21"/>
    <p:sldMasterId id="2147483978" r:id="rId22"/>
    <p:sldMasterId id="2147483999" r:id="rId23"/>
    <p:sldMasterId id="2147484020" r:id="rId24"/>
    <p:sldMasterId id="2147484041" r:id="rId25"/>
    <p:sldMasterId id="2147484062" r:id="rId26"/>
    <p:sldMasterId id="2147484083" r:id="rId27"/>
    <p:sldMasterId id="2147484104" r:id="rId28"/>
    <p:sldMasterId id="2147484125" r:id="rId29"/>
    <p:sldMasterId id="2147484146" r:id="rId30"/>
    <p:sldMasterId id="2147484167" r:id="rId31"/>
    <p:sldMasterId id="2147484188" r:id="rId32"/>
    <p:sldMasterId id="2147484209" r:id="rId33"/>
    <p:sldMasterId id="2147484230" r:id="rId34"/>
    <p:sldMasterId id="2147484251" r:id="rId35"/>
    <p:sldMasterId id="2147484272" r:id="rId36"/>
    <p:sldMasterId id="2147484293" r:id="rId37"/>
    <p:sldMasterId id="2147484314" r:id="rId38"/>
    <p:sldMasterId id="2147484335" r:id="rId39"/>
    <p:sldMasterId id="2147484356" r:id="rId40"/>
    <p:sldMasterId id="2147484377" r:id="rId41"/>
    <p:sldMasterId id="2147484398" r:id="rId42"/>
    <p:sldMasterId id="2147484419" r:id="rId43"/>
    <p:sldMasterId id="2147484440" r:id="rId44"/>
    <p:sldMasterId id="2147484461" r:id="rId45"/>
    <p:sldMasterId id="2147484482" r:id="rId46"/>
    <p:sldMasterId id="2147484503" r:id="rId47"/>
    <p:sldMasterId id="2147484524" r:id="rId48"/>
    <p:sldMasterId id="2147484545" r:id="rId49"/>
    <p:sldMasterId id="2147484566" r:id="rId50"/>
    <p:sldMasterId id="2147484587" r:id="rId51"/>
    <p:sldMasterId id="2147484608" r:id="rId52"/>
    <p:sldMasterId id="2147484629" r:id="rId53"/>
    <p:sldMasterId id="2147484650" r:id="rId54"/>
    <p:sldMasterId id="2147484671" r:id="rId55"/>
    <p:sldMasterId id="2147484692" r:id="rId56"/>
  </p:sldMasterIdLst>
  <p:notesMasterIdLst>
    <p:notesMasterId r:id="rId65"/>
  </p:notesMasterIdLst>
  <p:handoutMasterIdLst>
    <p:handoutMasterId r:id="rId66"/>
  </p:handoutMasterIdLst>
  <p:sldIdLst>
    <p:sldId id="462" r:id="rId57"/>
    <p:sldId id="1430" r:id="rId58"/>
    <p:sldId id="1783" r:id="rId59"/>
    <p:sldId id="1431" r:id="rId60"/>
    <p:sldId id="1432" r:id="rId61"/>
    <p:sldId id="1433" r:id="rId62"/>
    <p:sldId id="1784" r:id="rId63"/>
    <p:sldId id="1785" r:id="rId64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358DFD4-6B22-46BE-B2DA-115B74911008}">
          <p14:sldIdLst>
            <p14:sldId id="462"/>
          </p14:sldIdLst>
        </p14:section>
        <p14:section name="课程介绍" id="{D0AEFC38-2CB7-4E9C-BBD1-9EE5CB10AADC}">
          <p14:sldIdLst>
            <p14:sldId id="1430"/>
            <p14:sldId id="1783"/>
            <p14:sldId id="1431"/>
            <p14:sldId id="1432"/>
            <p14:sldId id="1433"/>
            <p14:sldId id="1784"/>
            <p14:sldId id="1785"/>
          </p14:sldIdLst>
        </p14:section>
        <p14:section name="2" id="{D9A7F7F2-DAAE-4181-B278-C7835BEF1C0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8C61FF"/>
    <a:srgbClr val="FDEFE3"/>
    <a:srgbClr val="81E9E6"/>
    <a:srgbClr val="FFF29C"/>
    <a:srgbClr val="48D6D2"/>
    <a:srgbClr val="DEE0E6"/>
    <a:srgbClr val="6592FD"/>
    <a:srgbClr val="FF7171"/>
    <a:srgbClr val="FEF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85" autoAdjust="0"/>
  </p:normalViewPr>
  <p:slideViewPr>
    <p:cSldViewPr snapToGrid="0">
      <p:cViewPr varScale="1">
        <p:scale>
          <a:sx n="72" d="100"/>
          <a:sy n="72" d="100"/>
        </p:scale>
        <p:origin x="6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56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" Target="slides/slide7.xml"/><Relationship Id="rId68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53" Type="http://schemas.openxmlformats.org/officeDocument/2006/relationships/slideMaster" Target="slideMasters/slideMaster53.xml"/><Relationship Id="rId58" Type="http://schemas.openxmlformats.org/officeDocument/2006/relationships/slide" Target="slides/slide2.xml"/><Relationship Id="rId66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Master" Target="slideMasters/slideMaster56.xml"/><Relationship Id="rId64" Type="http://schemas.openxmlformats.org/officeDocument/2006/relationships/slide" Target="slides/slide8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" Target="slides/slide3.xml"/><Relationship Id="rId67" Type="http://schemas.openxmlformats.org/officeDocument/2006/relationships/tags" Target="tags/tag1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" Target="slides/slide6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" Target="slides/slide1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" Target="slides/slide4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8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3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3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3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3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4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3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3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4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6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4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4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7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4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4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8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4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4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9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4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4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0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4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5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1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5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5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2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3.xml"/></Relationships>
</file>

<file path=ppt/slideLayouts/_rels/slideLayout5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3.xml"/></Relationships>
</file>

<file path=ppt/slideLayouts/_rels/slideLayout5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3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4.xml"/></Relationships>
</file>

<file path=ppt/slideLayouts/_rels/slideLayout5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4.xml"/></Relationships>
</file>

<file path=ppt/slideLayouts/_rels/slideLayout5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4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5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5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5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5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6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6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6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6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8.xml"/></Relationships>
</file>

<file path=ppt/slideLayouts/_rels/slideLayout6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8.xml"/></Relationships>
</file>

<file path=ppt/slideLayouts/_rels/slideLayout6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8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9.xml"/></Relationships>
</file>

<file path=ppt/slideLayouts/_rels/slideLayout6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9.xml"/></Relationships>
</file>

<file path=ppt/slideLayouts/_rels/slideLayout6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9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0.xml"/></Relationships>
</file>

<file path=ppt/slideLayouts/_rels/slideLayout6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0.xml"/></Relationships>
</file>

<file path=ppt/slideLayouts/_rels/slideLayout6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0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6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1.xml"/></Relationships>
</file>

<file path=ppt/slideLayouts/_rels/slideLayout6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1.xml"/></Relationships>
</file>

<file path=ppt/slideLayouts/_rels/slideLayout7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1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2.xml"/></Relationships>
</file>

<file path=ppt/slideLayouts/_rels/slideLayout7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2.xml"/></Relationships>
</file>

<file path=ppt/slideLayouts/_rels/slideLayout7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2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3.xml"/></Relationships>
</file>

<file path=ppt/slideLayouts/_rels/slideLayout7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3.xml"/></Relationships>
</file>

<file path=ppt/slideLayouts/_rels/slideLayout7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3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4.xml"/></Relationships>
</file>

<file path=ppt/slideLayouts/_rels/slideLayout7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4.xml"/></Relationships>
</file>

<file path=ppt/slideLayouts/_rels/slideLayout7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4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5.xml"/></Relationships>
</file>

<file path=ppt/slideLayouts/_rels/slideLayout7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5.xml"/></Relationships>
</file>

<file path=ppt/slideLayouts/_rels/slideLayout7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5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7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6.xml"/></Relationships>
</file>

<file path=ppt/slideLayouts/_rels/slideLayout7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6.xml"/></Relationships>
</file>

<file path=ppt/slideLayouts/_rels/slideLayout8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6.xml"/></Relationships>
</file>

<file path=ppt/slideLayouts/_rels/slideLayout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7.xml"/></Relationships>
</file>

<file path=ppt/slideLayouts/_rels/slideLayout8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7.xml"/></Relationships>
</file>

<file path=ppt/slideLayouts/_rels/slideLayout8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7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8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8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9.xml"/></Relationships>
</file>

<file path=ppt/slideLayouts/_rels/slideLayout8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9.xml"/></Relationships>
</file>

<file path=ppt/slideLayouts/_rels/slideLayout8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9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0.xml"/></Relationships>
</file>

<file path=ppt/slideLayouts/_rels/slideLayout8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0.xml"/></Relationships>
</file>

<file path=ppt/slideLayouts/_rels/slideLayout8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0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8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1.xml"/></Relationships>
</file>

<file path=ppt/slideLayouts/_rels/slideLayout8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1.xml"/></Relationships>
</file>

<file path=ppt/slideLayouts/_rels/slideLayout9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1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2.xml"/></Relationships>
</file>

<file path=ppt/slideLayouts/_rels/slideLayout9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2.xml"/></Relationships>
</file>

<file path=ppt/slideLayouts/_rels/slideLayout9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2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3.xml"/></Relationships>
</file>

<file path=ppt/slideLayouts/_rels/slideLayout9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3.xml"/></Relationships>
</file>

<file path=ppt/slideLayouts/_rels/slideLayout9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3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4.xml"/></Relationships>
</file>

<file path=ppt/slideLayouts/_rels/slideLayout9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4.xml"/></Relationships>
</file>

<file path=ppt/slideLayouts/_rels/slideLayout9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4.xml"/></Relationships>
</file>

<file path=ppt/slideLayouts/_rels/slideLayout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5.xml"/></Relationships>
</file>

<file path=ppt/slideLayouts/_rels/slideLayout9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5.xml"/></Relationships>
</file>

<file path=ppt/slideLayouts/_rels/slideLayout9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5.xml"/></Relationships>
</file>

<file path=ppt/slideLayouts/_rels/slideLayout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9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6.xml"/></Relationships>
</file>

<file path=ppt/slideLayouts/_rels/slideLayout9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6.xml"/></Relationships>
</file>

<file path=ppt/slideLayouts/_rels/slideLayout10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6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2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2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</p:cSld>
  <p:clrMapOvr>
    <a:masterClrMapping/>
  </p:clrMapOvr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image" Target="../media/image2.jpeg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image" Target="../media/image1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theme" Target="../theme/theme8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2.xml"/><Relationship Id="rId21" Type="http://schemas.openxmlformats.org/officeDocument/2006/relationships/theme" Target="../theme/theme9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21" Type="http://schemas.openxmlformats.org/officeDocument/2006/relationships/theme" Target="../theme/theme10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2.xml"/><Relationship Id="rId21" Type="http://schemas.openxmlformats.org/officeDocument/2006/relationships/theme" Target="../theme/theme11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18" Type="http://schemas.openxmlformats.org/officeDocument/2006/relationships/slideLayout" Target="../slideLayouts/slideLayout127.xml"/><Relationship Id="rId3" Type="http://schemas.openxmlformats.org/officeDocument/2006/relationships/slideLayout" Target="../slideLayouts/slideLayout112.xml"/><Relationship Id="rId21" Type="http://schemas.openxmlformats.org/officeDocument/2006/relationships/theme" Target="../theme/theme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32.xml"/><Relationship Id="rId21" Type="http://schemas.openxmlformats.org/officeDocument/2006/relationships/theme" Target="../theme/theme13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62.xml"/><Relationship Id="rId18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52.xml"/><Relationship Id="rId21" Type="http://schemas.openxmlformats.org/officeDocument/2006/relationships/theme" Target="../theme/theme14.xml"/><Relationship Id="rId7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65.xml"/><Relationship Id="rId20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53.xml"/><Relationship Id="rId9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7.xml"/><Relationship Id="rId13" Type="http://schemas.openxmlformats.org/officeDocument/2006/relationships/slideLayout" Target="../slideLayouts/slideLayout182.xml"/><Relationship Id="rId1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72.xml"/><Relationship Id="rId21" Type="http://schemas.openxmlformats.org/officeDocument/2006/relationships/theme" Target="../theme/theme15.xml"/><Relationship Id="rId7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1.xml"/><Relationship Id="rId17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71.xml"/><Relationship Id="rId16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5.xml"/><Relationship Id="rId11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79.xml"/><Relationship Id="rId19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8.xml"/><Relationship Id="rId14" Type="http://schemas.openxmlformats.org/officeDocument/2006/relationships/slideLayout" Target="../slideLayouts/slideLayout18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13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207.xml"/><Relationship Id="rId3" Type="http://schemas.openxmlformats.org/officeDocument/2006/relationships/slideLayout" Target="../slideLayouts/slideLayout192.xml"/><Relationship Id="rId21" Type="http://schemas.openxmlformats.org/officeDocument/2006/relationships/theme" Target="../theme/theme16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206.xml"/><Relationship Id="rId2" Type="http://schemas.openxmlformats.org/officeDocument/2006/relationships/slideLayout" Target="../slideLayouts/slideLayout191.xml"/><Relationship Id="rId16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204.xml"/><Relationship Id="rId10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203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slideLayout" Target="../slideLayouts/slideLayout222.xml"/><Relationship Id="rId18" Type="http://schemas.openxmlformats.org/officeDocument/2006/relationships/slideLayout" Target="../slideLayouts/slideLayout227.xml"/><Relationship Id="rId3" Type="http://schemas.openxmlformats.org/officeDocument/2006/relationships/slideLayout" Target="../slideLayouts/slideLayout212.xml"/><Relationship Id="rId21" Type="http://schemas.openxmlformats.org/officeDocument/2006/relationships/theme" Target="../theme/theme17.xml"/><Relationship Id="rId7" Type="http://schemas.openxmlformats.org/officeDocument/2006/relationships/slideLayout" Target="../slideLayouts/slideLayout216.xml"/><Relationship Id="rId12" Type="http://schemas.openxmlformats.org/officeDocument/2006/relationships/slideLayout" Target="../slideLayouts/slideLayout221.xml"/><Relationship Id="rId17" Type="http://schemas.openxmlformats.org/officeDocument/2006/relationships/slideLayout" Target="../slideLayouts/slideLayout226.xml"/><Relationship Id="rId2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25.xml"/><Relationship Id="rId20" Type="http://schemas.openxmlformats.org/officeDocument/2006/relationships/slideLayout" Target="../slideLayouts/slideLayout229.xml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19.xml"/><Relationship Id="rId19" Type="http://schemas.openxmlformats.org/officeDocument/2006/relationships/slideLayout" Target="../slideLayouts/slideLayout228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slideLayout" Target="../slideLayouts/slideLayout223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theme" Target="../theme/theme18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7.xml"/><Relationship Id="rId13" Type="http://schemas.openxmlformats.org/officeDocument/2006/relationships/slideLayout" Target="../slideLayouts/slideLayout262.xml"/><Relationship Id="rId18" Type="http://schemas.openxmlformats.org/officeDocument/2006/relationships/slideLayout" Target="../slideLayouts/slideLayout267.xml"/><Relationship Id="rId3" Type="http://schemas.openxmlformats.org/officeDocument/2006/relationships/slideLayout" Target="../slideLayouts/slideLayout252.xml"/><Relationship Id="rId21" Type="http://schemas.openxmlformats.org/officeDocument/2006/relationships/theme" Target="../theme/theme19.xml"/><Relationship Id="rId7" Type="http://schemas.openxmlformats.org/officeDocument/2006/relationships/slideLayout" Target="../slideLayouts/slideLayout256.xml"/><Relationship Id="rId12" Type="http://schemas.openxmlformats.org/officeDocument/2006/relationships/slideLayout" Target="../slideLayouts/slideLayout261.xml"/><Relationship Id="rId17" Type="http://schemas.openxmlformats.org/officeDocument/2006/relationships/slideLayout" Target="../slideLayouts/slideLayout266.xml"/><Relationship Id="rId2" Type="http://schemas.openxmlformats.org/officeDocument/2006/relationships/slideLayout" Target="../slideLayouts/slideLayout251.xml"/><Relationship Id="rId16" Type="http://schemas.openxmlformats.org/officeDocument/2006/relationships/slideLayout" Target="../slideLayouts/slideLayout265.xml"/><Relationship Id="rId20" Type="http://schemas.openxmlformats.org/officeDocument/2006/relationships/slideLayout" Target="../slideLayouts/slideLayout269.xml"/><Relationship Id="rId1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55.xml"/><Relationship Id="rId11" Type="http://schemas.openxmlformats.org/officeDocument/2006/relationships/slideLayout" Target="../slideLayouts/slideLayout260.xml"/><Relationship Id="rId5" Type="http://schemas.openxmlformats.org/officeDocument/2006/relationships/slideLayout" Target="../slideLayouts/slideLayout254.xml"/><Relationship Id="rId15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59.xml"/><Relationship Id="rId19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53.xml"/><Relationship Id="rId9" Type="http://schemas.openxmlformats.org/officeDocument/2006/relationships/slideLayout" Target="../slideLayouts/slideLayout258.xml"/><Relationship Id="rId14" Type="http://schemas.openxmlformats.org/officeDocument/2006/relationships/slideLayout" Target="../slideLayouts/slideLayout263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slideLayout" Target="../slideLayouts/slideLayout282.xml"/><Relationship Id="rId18" Type="http://schemas.openxmlformats.org/officeDocument/2006/relationships/slideLayout" Target="../slideLayouts/slideLayout287.xml"/><Relationship Id="rId3" Type="http://schemas.openxmlformats.org/officeDocument/2006/relationships/slideLayout" Target="../slideLayouts/slideLayout272.xml"/><Relationship Id="rId21" Type="http://schemas.openxmlformats.org/officeDocument/2006/relationships/theme" Target="../theme/theme20.xml"/><Relationship Id="rId7" Type="http://schemas.openxmlformats.org/officeDocument/2006/relationships/slideLayout" Target="../slideLayouts/slideLayout276.xml"/><Relationship Id="rId12" Type="http://schemas.openxmlformats.org/officeDocument/2006/relationships/slideLayout" Target="../slideLayouts/slideLayout281.xml"/><Relationship Id="rId17" Type="http://schemas.openxmlformats.org/officeDocument/2006/relationships/slideLayout" Target="../slideLayouts/slideLayout286.xml"/><Relationship Id="rId2" Type="http://schemas.openxmlformats.org/officeDocument/2006/relationships/slideLayout" Target="../slideLayouts/slideLayout271.xml"/><Relationship Id="rId16" Type="http://schemas.openxmlformats.org/officeDocument/2006/relationships/slideLayout" Target="../slideLayouts/slideLayout285.xml"/><Relationship Id="rId20" Type="http://schemas.openxmlformats.org/officeDocument/2006/relationships/slideLayout" Target="../slideLayouts/slideLayout289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5" Type="http://schemas.openxmlformats.org/officeDocument/2006/relationships/slideLayout" Target="../slideLayouts/slideLayout284.xml"/><Relationship Id="rId10" Type="http://schemas.openxmlformats.org/officeDocument/2006/relationships/slideLayout" Target="../slideLayouts/slideLayout279.xml"/><Relationship Id="rId19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Relationship Id="rId14" Type="http://schemas.openxmlformats.org/officeDocument/2006/relationships/slideLayout" Target="../slideLayouts/slideLayout28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7.xml"/><Relationship Id="rId13" Type="http://schemas.openxmlformats.org/officeDocument/2006/relationships/slideLayout" Target="../slideLayouts/slideLayout302.xml"/><Relationship Id="rId18" Type="http://schemas.openxmlformats.org/officeDocument/2006/relationships/slideLayout" Target="../slideLayouts/slideLayout307.xml"/><Relationship Id="rId3" Type="http://schemas.openxmlformats.org/officeDocument/2006/relationships/slideLayout" Target="../slideLayouts/slideLayout292.xml"/><Relationship Id="rId21" Type="http://schemas.openxmlformats.org/officeDocument/2006/relationships/theme" Target="../theme/theme21.xml"/><Relationship Id="rId7" Type="http://schemas.openxmlformats.org/officeDocument/2006/relationships/slideLayout" Target="../slideLayouts/slideLayout296.xml"/><Relationship Id="rId12" Type="http://schemas.openxmlformats.org/officeDocument/2006/relationships/slideLayout" Target="../slideLayouts/slideLayout301.xml"/><Relationship Id="rId17" Type="http://schemas.openxmlformats.org/officeDocument/2006/relationships/slideLayout" Target="../slideLayouts/slideLayout306.xml"/><Relationship Id="rId2" Type="http://schemas.openxmlformats.org/officeDocument/2006/relationships/slideLayout" Target="../slideLayouts/slideLayout291.xml"/><Relationship Id="rId16" Type="http://schemas.openxmlformats.org/officeDocument/2006/relationships/slideLayout" Target="../slideLayouts/slideLayout305.xml"/><Relationship Id="rId20" Type="http://schemas.openxmlformats.org/officeDocument/2006/relationships/slideLayout" Target="../slideLayouts/slideLayout309.xml"/><Relationship Id="rId1" Type="http://schemas.openxmlformats.org/officeDocument/2006/relationships/slideLayout" Target="../slideLayouts/slideLayout290.xml"/><Relationship Id="rId6" Type="http://schemas.openxmlformats.org/officeDocument/2006/relationships/slideLayout" Target="../slideLayouts/slideLayout295.xml"/><Relationship Id="rId11" Type="http://schemas.openxmlformats.org/officeDocument/2006/relationships/slideLayout" Target="../slideLayouts/slideLayout300.xml"/><Relationship Id="rId5" Type="http://schemas.openxmlformats.org/officeDocument/2006/relationships/slideLayout" Target="../slideLayouts/slideLayout294.xml"/><Relationship Id="rId15" Type="http://schemas.openxmlformats.org/officeDocument/2006/relationships/slideLayout" Target="../slideLayouts/slideLayout304.xml"/><Relationship Id="rId10" Type="http://schemas.openxmlformats.org/officeDocument/2006/relationships/slideLayout" Target="../slideLayouts/slideLayout299.xml"/><Relationship Id="rId19" Type="http://schemas.openxmlformats.org/officeDocument/2006/relationships/slideLayout" Target="../slideLayouts/slideLayout308.xml"/><Relationship Id="rId4" Type="http://schemas.openxmlformats.org/officeDocument/2006/relationships/slideLayout" Target="../slideLayouts/slideLayout293.xml"/><Relationship Id="rId9" Type="http://schemas.openxmlformats.org/officeDocument/2006/relationships/slideLayout" Target="../slideLayouts/slideLayout298.xml"/><Relationship Id="rId14" Type="http://schemas.openxmlformats.org/officeDocument/2006/relationships/slideLayout" Target="../slideLayouts/slideLayout303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7.xml"/><Relationship Id="rId13" Type="http://schemas.openxmlformats.org/officeDocument/2006/relationships/slideLayout" Target="../slideLayouts/slideLayout322.xml"/><Relationship Id="rId18" Type="http://schemas.openxmlformats.org/officeDocument/2006/relationships/slideLayout" Target="../slideLayouts/slideLayout327.xml"/><Relationship Id="rId3" Type="http://schemas.openxmlformats.org/officeDocument/2006/relationships/slideLayout" Target="../slideLayouts/slideLayout312.xml"/><Relationship Id="rId21" Type="http://schemas.openxmlformats.org/officeDocument/2006/relationships/theme" Target="../theme/theme22.xml"/><Relationship Id="rId7" Type="http://schemas.openxmlformats.org/officeDocument/2006/relationships/slideLayout" Target="../slideLayouts/slideLayout316.xml"/><Relationship Id="rId12" Type="http://schemas.openxmlformats.org/officeDocument/2006/relationships/slideLayout" Target="../slideLayouts/slideLayout321.xml"/><Relationship Id="rId17" Type="http://schemas.openxmlformats.org/officeDocument/2006/relationships/slideLayout" Target="../slideLayouts/slideLayout326.xml"/><Relationship Id="rId2" Type="http://schemas.openxmlformats.org/officeDocument/2006/relationships/slideLayout" Target="../slideLayouts/slideLayout311.xml"/><Relationship Id="rId16" Type="http://schemas.openxmlformats.org/officeDocument/2006/relationships/slideLayout" Target="../slideLayouts/slideLayout325.xml"/><Relationship Id="rId2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10.xml"/><Relationship Id="rId6" Type="http://schemas.openxmlformats.org/officeDocument/2006/relationships/slideLayout" Target="../slideLayouts/slideLayout315.xml"/><Relationship Id="rId11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4.xml"/><Relationship Id="rId15" Type="http://schemas.openxmlformats.org/officeDocument/2006/relationships/slideLayout" Target="../slideLayouts/slideLayout324.xml"/><Relationship Id="rId10" Type="http://schemas.openxmlformats.org/officeDocument/2006/relationships/slideLayout" Target="../slideLayouts/slideLayout319.xml"/><Relationship Id="rId19" Type="http://schemas.openxmlformats.org/officeDocument/2006/relationships/slideLayout" Target="../slideLayouts/slideLayout328.xml"/><Relationship Id="rId4" Type="http://schemas.openxmlformats.org/officeDocument/2006/relationships/slideLayout" Target="../slideLayouts/slideLayout313.xml"/><Relationship Id="rId9" Type="http://schemas.openxmlformats.org/officeDocument/2006/relationships/slideLayout" Target="../slideLayouts/slideLayout318.xml"/><Relationship Id="rId14" Type="http://schemas.openxmlformats.org/officeDocument/2006/relationships/slideLayout" Target="../slideLayouts/slideLayout323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7.xml"/><Relationship Id="rId13" Type="http://schemas.openxmlformats.org/officeDocument/2006/relationships/slideLayout" Target="../slideLayouts/slideLayout342.xml"/><Relationship Id="rId18" Type="http://schemas.openxmlformats.org/officeDocument/2006/relationships/slideLayout" Target="../slideLayouts/slideLayout347.xml"/><Relationship Id="rId3" Type="http://schemas.openxmlformats.org/officeDocument/2006/relationships/slideLayout" Target="../slideLayouts/slideLayout332.xml"/><Relationship Id="rId21" Type="http://schemas.openxmlformats.org/officeDocument/2006/relationships/theme" Target="../theme/theme23.xml"/><Relationship Id="rId7" Type="http://schemas.openxmlformats.org/officeDocument/2006/relationships/slideLayout" Target="../slideLayouts/slideLayout336.xml"/><Relationship Id="rId12" Type="http://schemas.openxmlformats.org/officeDocument/2006/relationships/slideLayout" Target="../slideLayouts/slideLayout341.xml"/><Relationship Id="rId17" Type="http://schemas.openxmlformats.org/officeDocument/2006/relationships/slideLayout" Target="../slideLayouts/slideLayout346.xml"/><Relationship Id="rId2" Type="http://schemas.openxmlformats.org/officeDocument/2006/relationships/slideLayout" Target="../slideLayouts/slideLayout331.xml"/><Relationship Id="rId16" Type="http://schemas.openxmlformats.org/officeDocument/2006/relationships/slideLayout" Target="../slideLayouts/slideLayout345.xml"/><Relationship Id="rId20" Type="http://schemas.openxmlformats.org/officeDocument/2006/relationships/slideLayout" Target="../slideLayouts/slideLayout349.xml"/><Relationship Id="rId1" Type="http://schemas.openxmlformats.org/officeDocument/2006/relationships/slideLayout" Target="../slideLayouts/slideLayout330.xml"/><Relationship Id="rId6" Type="http://schemas.openxmlformats.org/officeDocument/2006/relationships/slideLayout" Target="../slideLayouts/slideLayout335.xml"/><Relationship Id="rId11" Type="http://schemas.openxmlformats.org/officeDocument/2006/relationships/slideLayout" Target="../slideLayouts/slideLayout340.xml"/><Relationship Id="rId5" Type="http://schemas.openxmlformats.org/officeDocument/2006/relationships/slideLayout" Target="../slideLayouts/slideLayout334.xml"/><Relationship Id="rId15" Type="http://schemas.openxmlformats.org/officeDocument/2006/relationships/slideLayout" Target="../slideLayouts/slideLayout344.xml"/><Relationship Id="rId10" Type="http://schemas.openxmlformats.org/officeDocument/2006/relationships/slideLayout" Target="../slideLayouts/slideLayout339.xml"/><Relationship Id="rId19" Type="http://schemas.openxmlformats.org/officeDocument/2006/relationships/slideLayout" Target="../slideLayouts/slideLayout348.xml"/><Relationship Id="rId4" Type="http://schemas.openxmlformats.org/officeDocument/2006/relationships/slideLayout" Target="../slideLayouts/slideLayout333.xml"/><Relationship Id="rId9" Type="http://schemas.openxmlformats.org/officeDocument/2006/relationships/slideLayout" Target="../slideLayouts/slideLayout338.xml"/><Relationship Id="rId14" Type="http://schemas.openxmlformats.org/officeDocument/2006/relationships/slideLayout" Target="../slideLayouts/slideLayout34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7.xml"/><Relationship Id="rId13" Type="http://schemas.openxmlformats.org/officeDocument/2006/relationships/slideLayout" Target="../slideLayouts/slideLayout362.xml"/><Relationship Id="rId18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52.xml"/><Relationship Id="rId21" Type="http://schemas.openxmlformats.org/officeDocument/2006/relationships/theme" Target="../theme/theme24.xml"/><Relationship Id="rId7" Type="http://schemas.openxmlformats.org/officeDocument/2006/relationships/slideLayout" Target="../slideLayouts/slideLayout356.xml"/><Relationship Id="rId12" Type="http://schemas.openxmlformats.org/officeDocument/2006/relationships/slideLayout" Target="../slideLayouts/slideLayout361.xml"/><Relationship Id="rId17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51.xml"/><Relationship Id="rId16" Type="http://schemas.openxmlformats.org/officeDocument/2006/relationships/slideLayout" Target="../slideLayouts/slideLayout365.xml"/><Relationship Id="rId20" Type="http://schemas.openxmlformats.org/officeDocument/2006/relationships/slideLayout" Target="../slideLayouts/slideLayout369.xml"/><Relationship Id="rId1" Type="http://schemas.openxmlformats.org/officeDocument/2006/relationships/slideLayout" Target="../slideLayouts/slideLayout350.xml"/><Relationship Id="rId6" Type="http://schemas.openxmlformats.org/officeDocument/2006/relationships/slideLayout" Target="../slideLayouts/slideLayout355.xml"/><Relationship Id="rId11" Type="http://schemas.openxmlformats.org/officeDocument/2006/relationships/slideLayout" Target="../slideLayouts/slideLayout360.xml"/><Relationship Id="rId5" Type="http://schemas.openxmlformats.org/officeDocument/2006/relationships/slideLayout" Target="../slideLayouts/slideLayout354.xml"/><Relationship Id="rId15" Type="http://schemas.openxmlformats.org/officeDocument/2006/relationships/slideLayout" Target="../slideLayouts/slideLayout364.xml"/><Relationship Id="rId10" Type="http://schemas.openxmlformats.org/officeDocument/2006/relationships/slideLayout" Target="../slideLayouts/slideLayout359.xml"/><Relationship Id="rId19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53.xml"/><Relationship Id="rId9" Type="http://schemas.openxmlformats.org/officeDocument/2006/relationships/slideLayout" Target="../slideLayouts/slideLayout358.xml"/><Relationship Id="rId14" Type="http://schemas.openxmlformats.org/officeDocument/2006/relationships/slideLayout" Target="../slideLayouts/slideLayout363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7.xml"/><Relationship Id="rId13" Type="http://schemas.openxmlformats.org/officeDocument/2006/relationships/slideLayout" Target="../slideLayouts/slideLayout382.xml"/><Relationship Id="rId18" Type="http://schemas.openxmlformats.org/officeDocument/2006/relationships/slideLayout" Target="../slideLayouts/slideLayout387.xml"/><Relationship Id="rId3" Type="http://schemas.openxmlformats.org/officeDocument/2006/relationships/slideLayout" Target="../slideLayouts/slideLayout372.xml"/><Relationship Id="rId21" Type="http://schemas.openxmlformats.org/officeDocument/2006/relationships/theme" Target="../theme/theme25.xml"/><Relationship Id="rId7" Type="http://schemas.openxmlformats.org/officeDocument/2006/relationships/slideLayout" Target="../slideLayouts/slideLayout376.xml"/><Relationship Id="rId12" Type="http://schemas.openxmlformats.org/officeDocument/2006/relationships/slideLayout" Target="../slideLayouts/slideLayout381.xml"/><Relationship Id="rId17" Type="http://schemas.openxmlformats.org/officeDocument/2006/relationships/slideLayout" Target="../slideLayouts/slideLayout386.xml"/><Relationship Id="rId2" Type="http://schemas.openxmlformats.org/officeDocument/2006/relationships/slideLayout" Target="../slideLayouts/slideLayout371.xml"/><Relationship Id="rId16" Type="http://schemas.openxmlformats.org/officeDocument/2006/relationships/slideLayout" Target="../slideLayouts/slideLayout385.xml"/><Relationship Id="rId20" Type="http://schemas.openxmlformats.org/officeDocument/2006/relationships/slideLayout" Target="../slideLayouts/slideLayout389.xml"/><Relationship Id="rId1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75.xml"/><Relationship Id="rId11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4.xml"/><Relationship Id="rId15" Type="http://schemas.openxmlformats.org/officeDocument/2006/relationships/slideLayout" Target="../slideLayouts/slideLayout384.xml"/><Relationship Id="rId10" Type="http://schemas.openxmlformats.org/officeDocument/2006/relationships/slideLayout" Target="../slideLayouts/slideLayout379.xml"/><Relationship Id="rId19" Type="http://schemas.openxmlformats.org/officeDocument/2006/relationships/slideLayout" Target="../slideLayouts/slideLayout388.xml"/><Relationship Id="rId4" Type="http://schemas.openxmlformats.org/officeDocument/2006/relationships/slideLayout" Target="../slideLayouts/slideLayout373.xml"/><Relationship Id="rId9" Type="http://schemas.openxmlformats.org/officeDocument/2006/relationships/slideLayout" Target="../slideLayouts/slideLayout378.xml"/><Relationship Id="rId14" Type="http://schemas.openxmlformats.org/officeDocument/2006/relationships/slideLayout" Target="../slideLayouts/slideLayout383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7.xml"/><Relationship Id="rId13" Type="http://schemas.openxmlformats.org/officeDocument/2006/relationships/slideLayout" Target="../slideLayouts/slideLayout402.xml"/><Relationship Id="rId18" Type="http://schemas.openxmlformats.org/officeDocument/2006/relationships/slideLayout" Target="../slideLayouts/slideLayout407.xml"/><Relationship Id="rId3" Type="http://schemas.openxmlformats.org/officeDocument/2006/relationships/slideLayout" Target="../slideLayouts/slideLayout392.xml"/><Relationship Id="rId21" Type="http://schemas.openxmlformats.org/officeDocument/2006/relationships/theme" Target="../theme/theme26.xml"/><Relationship Id="rId7" Type="http://schemas.openxmlformats.org/officeDocument/2006/relationships/slideLayout" Target="../slideLayouts/slideLayout396.xml"/><Relationship Id="rId12" Type="http://schemas.openxmlformats.org/officeDocument/2006/relationships/slideLayout" Target="../slideLayouts/slideLayout401.xml"/><Relationship Id="rId17" Type="http://schemas.openxmlformats.org/officeDocument/2006/relationships/slideLayout" Target="../slideLayouts/slideLayout406.xml"/><Relationship Id="rId2" Type="http://schemas.openxmlformats.org/officeDocument/2006/relationships/slideLayout" Target="../slideLayouts/slideLayout391.xml"/><Relationship Id="rId16" Type="http://schemas.openxmlformats.org/officeDocument/2006/relationships/slideLayout" Target="../slideLayouts/slideLayout405.xml"/><Relationship Id="rId20" Type="http://schemas.openxmlformats.org/officeDocument/2006/relationships/slideLayout" Target="../slideLayouts/slideLayout409.xml"/><Relationship Id="rId1" Type="http://schemas.openxmlformats.org/officeDocument/2006/relationships/slideLayout" Target="../slideLayouts/slideLayout390.xml"/><Relationship Id="rId6" Type="http://schemas.openxmlformats.org/officeDocument/2006/relationships/slideLayout" Target="../slideLayouts/slideLayout395.xml"/><Relationship Id="rId11" Type="http://schemas.openxmlformats.org/officeDocument/2006/relationships/slideLayout" Target="../slideLayouts/slideLayout400.xml"/><Relationship Id="rId5" Type="http://schemas.openxmlformats.org/officeDocument/2006/relationships/slideLayout" Target="../slideLayouts/slideLayout394.xml"/><Relationship Id="rId15" Type="http://schemas.openxmlformats.org/officeDocument/2006/relationships/slideLayout" Target="../slideLayouts/slideLayout404.xml"/><Relationship Id="rId10" Type="http://schemas.openxmlformats.org/officeDocument/2006/relationships/slideLayout" Target="../slideLayouts/slideLayout399.xml"/><Relationship Id="rId19" Type="http://schemas.openxmlformats.org/officeDocument/2006/relationships/slideLayout" Target="../slideLayouts/slideLayout408.xml"/><Relationship Id="rId4" Type="http://schemas.openxmlformats.org/officeDocument/2006/relationships/slideLayout" Target="../slideLayouts/slideLayout393.xml"/><Relationship Id="rId9" Type="http://schemas.openxmlformats.org/officeDocument/2006/relationships/slideLayout" Target="../slideLayouts/slideLayout398.xml"/><Relationship Id="rId14" Type="http://schemas.openxmlformats.org/officeDocument/2006/relationships/slideLayout" Target="../slideLayouts/slideLayout403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7.xml"/><Relationship Id="rId13" Type="http://schemas.openxmlformats.org/officeDocument/2006/relationships/slideLayout" Target="../slideLayouts/slideLayout422.xml"/><Relationship Id="rId18" Type="http://schemas.openxmlformats.org/officeDocument/2006/relationships/slideLayout" Target="../slideLayouts/slideLayout427.xml"/><Relationship Id="rId3" Type="http://schemas.openxmlformats.org/officeDocument/2006/relationships/slideLayout" Target="../slideLayouts/slideLayout412.xml"/><Relationship Id="rId21" Type="http://schemas.openxmlformats.org/officeDocument/2006/relationships/theme" Target="../theme/theme27.xml"/><Relationship Id="rId7" Type="http://schemas.openxmlformats.org/officeDocument/2006/relationships/slideLayout" Target="../slideLayouts/slideLayout416.xml"/><Relationship Id="rId12" Type="http://schemas.openxmlformats.org/officeDocument/2006/relationships/slideLayout" Target="../slideLayouts/slideLayout421.xml"/><Relationship Id="rId17" Type="http://schemas.openxmlformats.org/officeDocument/2006/relationships/slideLayout" Target="../slideLayouts/slideLayout426.xml"/><Relationship Id="rId2" Type="http://schemas.openxmlformats.org/officeDocument/2006/relationships/slideLayout" Target="../slideLayouts/slideLayout411.xml"/><Relationship Id="rId16" Type="http://schemas.openxmlformats.org/officeDocument/2006/relationships/slideLayout" Target="../slideLayouts/slideLayout425.xml"/><Relationship Id="rId20" Type="http://schemas.openxmlformats.org/officeDocument/2006/relationships/slideLayout" Target="../slideLayouts/slideLayout429.xml"/><Relationship Id="rId1" Type="http://schemas.openxmlformats.org/officeDocument/2006/relationships/slideLayout" Target="../slideLayouts/slideLayout410.xml"/><Relationship Id="rId6" Type="http://schemas.openxmlformats.org/officeDocument/2006/relationships/slideLayout" Target="../slideLayouts/slideLayout415.xml"/><Relationship Id="rId11" Type="http://schemas.openxmlformats.org/officeDocument/2006/relationships/slideLayout" Target="../slideLayouts/slideLayout420.xml"/><Relationship Id="rId5" Type="http://schemas.openxmlformats.org/officeDocument/2006/relationships/slideLayout" Target="../slideLayouts/slideLayout414.xml"/><Relationship Id="rId15" Type="http://schemas.openxmlformats.org/officeDocument/2006/relationships/slideLayout" Target="../slideLayouts/slideLayout424.xml"/><Relationship Id="rId10" Type="http://schemas.openxmlformats.org/officeDocument/2006/relationships/slideLayout" Target="../slideLayouts/slideLayout419.xml"/><Relationship Id="rId19" Type="http://schemas.openxmlformats.org/officeDocument/2006/relationships/slideLayout" Target="../slideLayouts/slideLayout428.xml"/><Relationship Id="rId4" Type="http://schemas.openxmlformats.org/officeDocument/2006/relationships/slideLayout" Target="../slideLayouts/slideLayout413.xml"/><Relationship Id="rId9" Type="http://schemas.openxmlformats.org/officeDocument/2006/relationships/slideLayout" Target="../slideLayouts/slideLayout418.xml"/><Relationship Id="rId14" Type="http://schemas.openxmlformats.org/officeDocument/2006/relationships/slideLayout" Target="../slideLayouts/slideLayout423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slideLayout" Target="../slideLayouts/slideLayout442.xml"/><Relationship Id="rId18" Type="http://schemas.openxmlformats.org/officeDocument/2006/relationships/slideLayout" Target="../slideLayouts/slideLayout447.xml"/><Relationship Id="rId3" Type="http://schemas.openxmlformats.org/officeDocument/2006/relationships/slideLayout" Target="../slideLayouts/slideLayout432.xml"/><Relationship Id="rId21" Type="http://schemas.openxmlformats.org/officeDocument/2006/relationships/theme" Target="../theme/theme28.xml"/><Relationship Id="rId7" Type="http://schemas.openxmlformats.org/officeDocument/2006/relationships/slideLayout" Target="../slideLayouts/slideLayout436.xml"/><Relationship Id="rId12" Type="http://schemas.openxmlformats.org/officeDocument/2006/relationships/slideLayout" Target="../slideLayouts/slideLayout441.xml"/><Relationship Id="rId17" Type="http://schemas.openxmlformats.org/officeDocument/2006/relationships/slideLayout" Target="../slideLayouts/slideLayout446.xml"/><Relationship Id="rId2" Type="http://schemas.openxmlformats.org/officeDocument/2006/relationships/slideLayout" Target="../slideLayouts/slideLayout431.xml"/><Relationship Id="rId16" Type="http://schemas.openxmlformats.org/officeDocument/2006/relationships/slideLayout" Target="../slideLayouts/slideLayout445.xml"/><Relationship Id="rId20" Type="http://schemas.openxmlformats.org/officeDocument/2006/relationships/slideLayout" Target="../slideLayouts/slideLayout449.xml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5" Type="http://schemas.openxmlformats.org/officeDocument/2006/relationships/slideLayout" Target="../slideLayouts/slideLayout444.xml"/><Relationship Id="rId10" Type="http://schemas.openxmlformats.org/officeDocument/2006/relationships/slideLayout" Target="../slideLayouts/slideLayout439.xml"/><Relationship Id="rId19" Type="http://schemas.openxmlformats.org/officeDocument/2006/relationships/slideLayout" Target="../slideLayouts/slideLayout448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Relationship Id="rId14" Type="http://schemas.openxmlformats.org/officeDocument/2006/relationships/slideLayout" Target="../slideLayouts/slideLayout443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7.xml"/><Relationship Id="rId13" Type="http://schemas.openxmlformats.org/officeDocument/2006/relationships/slideLayout" Target="../slideLayouts/slideLayout462.xml"/><Relationship Id="rId18" Type="http://schemas.openxmlformats.org/officeDocument/2006/relationships/slideLayout" Target="../slideLayouts/slideLayout467.xml"/><Relationship Id="rId3" Type="http://schemas.openxmlformats.org/officeDocument/2006/relationships/slideLayout" Target="../slideLayouts/slideLayout452.xml"/><Relationship Id="rId21" Type="http://schemas.openxmlformats.org/officeDocument/2006/relationships/theme" Target="../theme/theme29.xml"/><Relationship Id="rId7" Type="http://schemas.openxmlformats.org/officeDocument/2006/relationships/slideLayout" Target="../slideLayouts/slideLayout456.xml"/><Relationship Id="rId12" Type="http://schemas.openxmlformats.org/officeDocument/2006/relationships/slideLayout" Target="../slideLayouts/slideLayout461.xml"/><Relationship Id="rId17" Type="http://schemas.openxmlformats.org/officeDocument/2006/relationships/slideLayout" Target="../slideLayouts/slideLayout466.xml"/><Relationship Id="rId2" Type="http://schemas.openxmlformats.org/officeDocument/2006/relationships/slideLayout" Target="../slideLayouts/slideLayout451.xml"/><Relationship Id="rId16" Type="http://schemas.openxmlformats.org/officeDocument/2006/relationships/slideLayout" Target="../slideLayouts/slideLayout465.xml"/><Relationship Id="rId20" Type="http://schemas.openxmlformats.org/officeDocument/2006/relationships/slideLayout" Target="../slideLayouts/slideLayout469.xml"/><Relationship Id="rId1" Type="http://schemas.openxmlformats.org/officeDocument/2006/relationships/slideLayout" Target="../slideLayouts/slideLayout450.xml"/><Relationship Id="rId6" Type="http://schemas.openxmlformats.org/officeDocument/2006/relationships/slideLayout" Target="../slideLayouts/slideLayout455.xml"/><Relationship Id="rId11" Type="http://schemas.openxmlformats.org/officeDocument/2006/relationships/slideLayout" Target="../slideLayouts/slideLayout460.xml"/><Relationship Id="rId5" Type="http://schemas.openxmlformats.org/officeDocument/2006/relationships/slideLayout" Target="../slideLayouts/slideLayout454.xml"/><Relationship Id="rId15" Type="http://schemas.openxmlformats.org/officeDocument/2006/relationships/slideLayout" Target="../slideLayouts/slideLayout464.xml"/><Relationship Id="rId10" Type="http://schemas.openxmlformats.org/officeDocument/2006/relationships/slideLayout" Target="../slideLayouts/slideLayout459.xml"/><Relationship Id="rId19" Type="http://schemas.openxmlformats.org/officeDocument/2006/relationships/slideLayout" Target="../slideLayouts/slideLayout468.xml"/><Relationship Id="rId4" Type="http://schemas.openxmlformats.org/officeDocument/2006/relationships/slideLayout" Target="../slideLayouts/slideLayout453.xml"/><Relationship Id="rId9" Type="http://schemas.openxmlformats.org/officeDocument/2006/relationships/slideLayout" Target="../slideLayouts/slideLayout458.xml"/><Relationship Id="rId14" Type="http://schemas.openxmlformats.org/officeDocument/2006/relationships/slideLayout" Target="../slideLayouts/slideLayout463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7.xml"/><Relationship Id="rId13" Type="http://schemas.openxmlformats.org/officeDocument/2006/relationships/slideLayout" Target="../slideLayouts/slideLayout482.xml"/><Relationship Id="rId18" Type="http://schemas.openxmlformats.org/officeDocument/2006/relationships/slideLayout" Target="../slideLayouts/slideLayout487.xml"/><Relationship Id="rId3" Type="http://schemas.openxmlformats.org/officeDocument/2006/relationships/slideLayout" Target="../slideLayouts/slideLayout472.xml"/><Relationship Id="rId21" Type="http://schemas.openxmlformats.org/officeDocument/2006/relationships/theme" Target="../theme/theme30.xml"/><Relationship Id="rId7" Type="http://schemas.openxmlformats.org/officeDocument/2006/relationships/slideLayout" Target="../slideLayouts/slideLayout476.xml"/><Relationship Id="rId12" Type="http://schemas.openxmlformats.org/officeDocument/2006/relationships/slideLayout" Target="../slideLayouts/slideLayout481.xml"/><Relationship Id="rId17" Type="http://schemas.openxmlformats.org/officeDocument/2006/relationships/slideLayout" Target="../slideLayouts/slideLayout486.xml"/><Relationship Id="rId2" Type="http://schemas.openxmlformats.org/officeDocument/2006/relationships/slideLayout" Target="../slideLayouts/slideLayout471.xml"/><Relationship Id="rId16" Type="http://schemas.openxmlformats.org/officeDocument/2006/relationships/slideLayout" Target="../slideLayouts/slideLayout485.xml"/><Relationship Id="rId20" Type="http://schemas.openxmlformats.org/officeDocument/2006/relationships/slideLayout" Target="../slideLayouts/slideLayout489.xml"/><Relationship Id="rId1" Type="http://schemas.openxmlformats.org/officeDocument/2006/relationships/slideLayout" Target="../slideLayouts/slideLayout470.xml"/><Relationship Id="rId6" Type="http://schemas.openxmlformats.org/officeDocument/2006/relationships/slideLayout" Target="../slideLayouts/slideLayout475.xml"/><Relationship Id="rId11" Type="http://schemas.openxmlformats.org/officeDocument/2006/relationships/slideLayout" Target="../slideLayouts/slideLayout480.xml"/><Relationship Id="rId5" Type="http://schemas.openxmlformats.org/officeDocument/2006/relationships/slideLayout" Target="../slideLayouts/slideLayout474.xml"/><Relationship Id="rId15" Type="http://schemas.openxmlformats.org/officeDocument/2006/relationships/slideLayout" Target="../slideLayouts/slideLayout484.xml"/><Relationship Id="rId10" Type="http://schemas.openxmlformats.org/officeDocument/2006/relationships/slideLayout" Target="../slideLayouts/slideLayout479.xml"/><Relationship Id="rId19" Type="http://schemas.openxmlformats.org/officeDocument/2006/relationships/slideLayout" Target="../slideLayouts/slideLayout488.xml"/><Relationship Id="rId4" Type="http://schemas.openxmlformats.org/officeDocument/2006/relationships/slideLayout" Target="../slideLayouts/slideLayout473.xml"/><Relationship Id="rId9" Type="http://schemas.openxmlformats.org/officeDocument/2006/relationships/slideLayout" Target="../slideLayouts/slideLayout478.xml"/><Relationship Id="rId14" Type="http://schemas.openxmlformats.org/officeDocument/2006/relationships/slideLayout" Target="../slideLayouts/slideLayout483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7.xml"/><Relationship Id="rId13" Type="http://schemas.openxmlformats.org/officeDocument/2006/relationships/slideLayout" Target="../slideLayouts/slideLayout502.xml"/><Relationship Id="rId18" Type="http://schemas.openxmlformats.org/officeDocument/2006/relationships/slideLayout" Target="../slideLayouts/slideLayout507.xml"/><Relationship Id="rId3" Type="http://schemas.openxmlformats.org/officeDocument/2006/relationships/slideLayout" Target="../slideLayouts/slideLayout492.xml"/><Relationship Id="rId21" Type="http://schemas.openxmlformats.org/officeDocument/2006/relationships/theme" Target="../theme/theme31.xml"/><Relationship Id="rId7" Type="http://schemas.openxmlformats.org/officeDocument/2006/relationships/slideLayout" Target="../slideLayouts/slideLayout496.xml"/><Relationship Id="rId12" Type="http://schemas.openxmlformats.org/officeDocument/2006/relationships/slideLayout" Target="../slideLayouts/slideLayout501.xml"/><Relationship Id="rId17" Type="http://schemas.openxmlformats.org/officeDocument/2006/relationships/slideLayout" Target="../slideLayouts/slideLayout506.xml"/><Relationship Id="rId2" Type="http://schemas.openxmlformats.org/officeDocument/2006/relationships/slideLayout" Target="../slideLayouts/slideLayout491.xml"/><Relationship Id="rId16" Type="http://schemas.openxmlformats.org/officeDocument/2006/relationships/slideLayout" Target="../slideLayouts/slideLayout505.xml"/><Relationship Id="rId20" Type="http://schemas.openxmlformats.org/officeDocument/2006/relationships/slideLayout" Target="../slideLayouts/slideLayout509.xml"/><Relationship Id="rId1" Type="http://schemas.openxmlformats.org/officeDocument/2006/relationships/slideLayout" Target="../slideLayouts/slideLayout490.xml"/><Relationship Id="rId6" Type="http://schemas.openxmlformats.org/officeDocument/2006/relationships/slideLayout" Target="../slideLayouts/slideLayout495.xml"/><Relationship Id="rId11" Type="http://schemas.openxmlformats.org/officeDocument/2006/relationships/slideLayout" Target="../slideLayouts/slideLayout500.xml"/><Relationship Id="rId5" Type="http://schemas.openxmlformats.org/officeDocument/2006/relationships/slideLayout" Target="../slideLayouts/slideLayout494.xml"/><Relationship Id="rId15" Type="http://schemas.openxmlformats.org/officeDocument/2006/relationships/slideLayout" Target="../slideLayouts/slideLayout504.xml"/><Relationship Id="rId10" Type="http://schemas.openxmlformats.org/officeDocument/2006/relationships/slideLayout" Target="../slideLayouts/slideLayout499.xml"/><Relationship Id="rId19" Type="http://schemas.openxmlformats.org/officeDocument/2006/relationships/slideLayout" Target="../slideLayouts/slideLayout508.xml"/><Relationship Id="rId4" Type="http://schemas.openxmlformats.org/officeDocument/2006/relationships/slideLayout" Target="../slideLayouts/slideLayout493.xml"/><Relationship Id="rId9" Type="http://schemas.openxmlformats.org/officeDocument/2006/relationships/slideLayout" Target="../slideLayouts/slideLayout498.xml"/><Relationship Id="rId14" Type="http://schemas.openxmlformats.org/officeDocument/2006/relationships/slideLayout" Target="../slideLayouts/slideLayout503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7.xml"/><Relationship Id="rId13" Type="http://schemas.openxmlformats.org/officeDocument/2006/relationships/slideLayout" Target="../slideLayouts/slideLayout522.xml"/><Relationship Id="rId18" Type="http://schemas.openxmlformats.org/officeDocument/2006/relationships/slideLayout" Target="../slideLayouts/slideLayout527.xml"/><Relationship Id="rId3" Type="http://schemas.openxmlformats.org/officeDocument/2006/relationships/slideLayout" Target="../slideLayouts/slideLayout512.xml"/><Relationship Id="rId21" Type="http://schemas.openxmlformats.org/officeDocument/2006/relationships/theme" Target="../theme/theme32.xml"/><Relationship Id="rId7" Type="http://schemas.openxmlformats.org/officeDocument/2006/relationships/slideLayout" Target="../slideLayouts/slideLayout516.xml"/><Relationship Id="rId12" Type="http://schemas.openxmlformats.org/officeDocument/2006/relationships/slideLayout" Target="../slideLayouts/slideLayout521.xml"/><Relationship Id="rId17" Type="http://schemas.openxmlformats.org/officeDocument/2006/relationships/slideLayout" Target="../slideLayouts/slideLayout526.xml"/><Relationship Id="rId2" Type="http://schemas.openxmlformats.org/officeDocument/2006/relationships/slideLayout" Target="../slideLayouts/slideLayout511.xml"/><Relationship Id="rId16" Type="http://schemas.openxmlformats.org/officeDocument/2006/relationships/slideLayout" Target="../slideLayouts/slideLayout525.xml"/><Relationship Id="rId20" Type="http://schemas.openxmlformats.org/officeDocument/2006/relationships/slideLayout" Target="../slideLayouts/slideLayout529.xml"/><Relationship Id="rId1" Type="http://schemas.openxmlformats.org/officeDocument/2006/relationships/slideLayout" Target="../slideLayouts/slideLayout510.xml"/><Relationship Id="rId6" Type="http://schemas.openxmlformats.org/officeDocument/2006/relationships/slideLayout" Target="../slideLayouts/slideLayout515.xml"/><Relationship Id="rId11" Type="http://schemas.openxmlformats.org/officeDocument/2006/relationships/slideLayout" Target="../slideLayouts/slideLayout520.xml"/><Relationship Id="rId5" Type="http://schemas.openxmlformats.org/officeDocument/2006/relationships/slideLayout" Target="../slideLayouts/slideLayout514.xml"/><Relationship Id="rId15" Type="http://schemas.openxmlformats.org/officeDocument/2006/relationships/slideLayout" Target="../slideLayouts/slideLayout524.xml"/><Relationship Id="rId10" Type="http://schemas.openxmlformats.org/officeDocument/2006/relationships/slideLayout" Target="../slideLayouts/slideLayout519.xml"/><Relationship Id="rId19" Type="http://schemas.openxmlformats.org/officeDocument/2006/relationships/slideLayout" Target="../slideLayouts/slideLayout528.xml"/><Relationship Id="rId4" Type="http://schemas.openxmlformats.org/officeDocument/2006/relationships/slideLayout" Target="../slideLayouts/slideLayout513.xml"/><Relationship Id="rId9" Type="http://schemas.openxmlformats.org/officeDocument/2006/relationships/slideLayout" Target="../slideLayouts/slideLayout518.xml"/><Relationship Id="rId14" Type="http://schemas.openxmlformats.org/officeDocument/2006/relationships/slideLayout" Target="../slideLayouts/slideLayout523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7.xml"/><Relationship Id="rId13" Type="http://schemas.openxmlformats.org/officeDocument/2006/relationships/slideLayout" Target="../slideLayouts/slideLayout542.xml"/><Relationship Id="rId18" Type="http://schemas.openxmlformats.org/officeDocument/2006/relationships/slideLayout" Target="../slideLayouts/slideLayout547.xml"/><Relationship Id="rId3" Type="http://schemas.openxmlformats.org/officeDocument/2006/relationships/slideLayout" Target="../slideLayouts/slideLayout532.xml"/><Relationship Id="rId21" Type="http://schemas.openxmlformats.org/officeDocument/2006/relationships/theme" Target="../theme/theme33.xml"/><Relationship Id="rId7" Type="http://schemas.openxmlformats.org/officeDocument/2006/relationships/slideLayout" Target="../slideLayouts/slideLayout536.xml"/><Relationship Id="rId12" Type="http://schemas.openxmlformats.org/officeDocument/2006/relationships/slideLayout" Target="../slideLayouts/slideLayout541.xml"/><Relationship Id="rId17" Type="http://schemas.openxmlformats.org/officeDocument/2006/relationships/slideLayout" Target="../slideLayouts/slideLayout546.xml"/><Relationship Id="rId2" Type="http://schemas.openxmlformats.org/officeDocument/2006/relationships/slideLayout" Target="../slideLayouts/slideLayout531.xml"/><Relationship Id="rId16" Type="http://schemas.openxmlformats.org/officeDocument/2006/relationships/slideLayout" Target="../slideLayouts/slideLayout545.xml"/><Relationship Id="rId20" Type="http://schemas.openxmlformats.org/officeDocument/2006/relationships/slideLayout" Target="../slideLayouts/slideLayout549.xml"/><Relationship Id="rId1" Type="http://schemas.openxmlformats.org/officeDocument/2006/relationships/slideLayout" Target="../slideLayouts/slideLayout530.xml"/><Relationship Id="rId6" Type="http://schemas.openxmlformats.org/officeDocument/2006/relationships/slideLayout" Target="../slideLayouts/slideLayout535.xml"/><Relationship Id="rId11" Type="http://schemas.openxmlformats.org/officeDocument/2006/relationships/slideLayout" Target="../slideLayouts/slideLayout540.xml"/><Relationship Id="rId5" Type="http://schemas.openxmlformats.org/officeDocument/2006/relationships/slideLayout" Target="../slideLayouts/slideLayout534.xml"/><Relationship Id="rId15" Type="http://schemas.openxmlformats.org/officeDocument/2006/relationships/slideLayout" Target="../slideLayouts/slideLayout544.xml"/><Relationship Id="rId10" Type="http://schemas.openxmlformats.org/officeDocument/2006/relationships/slideLayout" Target="../slideLayouts/slideLayout539.xml"/><Relationship Id="rId19" Type="http://schemas.openxmlformats.org/officeDocument/2006/relationships/slideLayout" Target="../slideLayouts/slideLayout548.xml"/><Relationship Id="rId4" Type="http://schemas.openxmlformats.org/officeDocument/2006/relationships/slideLayout" Target="../slideLayouts/slideLayout533.xml"/><Relationship Id="rId9" Type="http://schemas.openxmlformats.org/officeDocument/2006/relationships/slideLayout" Target="../slideLayouts/slideLayout538.xml"/><Relationship Id="rId14" Type="http://schemas.openxmlformats.org/officeDocument/2006/relationships/slideLayout" Target="../slideLayouts/slideLayout543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7.xml"/><Relationship Id="rId13" Type="http://schemas.openxmlformats.org/officeDocument/2006/relationships/slideLayout" Target="../slideLayouts/slideLayout562.xml"/><Relationship Id="rId18" Type="http://schemas.openxmlformats.org/officeDocument/2006/relationships/slideLayout" Target="../slideLayouts/slideLayout567.xml"/><Relationship Id="rId3" Type="http://schemas.openxmlformats.org/officeDocument/2006/relationships/slideLayout" Target="../slideLayouts/slideLayout552.xml"/><Relationship Id="rId21" Type="http://schemas.openxmlformats.org/officeDocument/2006/relationships/theme" Target="../theme/theme34.xml"/><Relationship Id="rId7" Type="http://schemas.openxmlformats.org/officeDocument/2006/relationships/slideLayout" Target="../slideLayouts/slideLayout556.xml"/><Relationship Id="rId12" Type="http://schemas.openxmlformats.org/officeDocument/2006/relationships/slideLayout" Target="../slideLayouts/slideLayout561.xml"/><Relationship Id="rId17" Type="http://schemas.openxmlformats.org/officeDocument/2006/relationships/slideLayout" Target="../slideLayouts/slideLayout566.xml"/><Relationship Id="rId2" Type="http://schemas.openxmlformats.org/officeDocument/2006/relationships/slideLayout" Target="../slideLayouts/slideLayout551.xml"/><Relationship Id="rId16" Type="http://schemas.openxmlformats.org/officeDocument/2006/relationships/slideLayout" Target="../slideLayouts/slideLayout565.xml"/><Relationship Id="rId20" Type="http://schemas.openxmlformats.org/officeDocument/2006/relationships/slideLayout" Target="../slideLayouts/slideLayout569.xml"/><Relationship Id="rId1" Type="http://schemas.openxmlformats.org/officeDocument/2006/relationships/slideLayout" Target="../slideLayouts/slideLayout550.xml"/><Relationship Id="rId6" Type="http://schemas.openxmlformats.org/officeDocument/2006/relationships/slideLayout" Target="../slideLayouts/slideLayout555.xml"/><Relationship Id="rId11" Type="http://schemas.openxmlformats.org/officeDocument/2006/relationships/slideLayout" Target="../slideLayouts/slideLayout560.xml"/><Relationship Id="rId5" Type="http://schemas.openxmlformats.org/officeDocument/2006/relationships/slideLayout" Target="../slideLayouts/slideLayout554.xml"/><Relationship Id="rId15" Type="http://schemas.openxmlformats.org/officeDocument/2006/relationships/slideLayout" Target="../slideLayouts/slideLayout564.xml"/><Relationship Id="rId10" Type="http://schemas.openxmlformats.org/officeDocument/2006/relationships/slideLayout" Target="../slideLayouts/slideLayout559.xml"/><Relationship Id="rId19" Type="http://schemas.openxmlformats.org/officeDocument/2006/relationships/slideLayout" Target="../slideLayouts/slideLayout568.xml"/><Relationship Id="rId4" Type="http://schemas.openxmlformats.org/officeDocument/2006/relationships/slideLayout" Target="../slideLayouts/slideLayout553.xml"/><Relationship Id="rId9" Type="http://schemas.openxmlformats.org/officeDocument/2006/relationships/slideLayout" Target="../slideLayouts/slideLayout558.xml"/><Relationship Id="rId14" Type="http://schemas.openxmlformats.org/officeDocument/2006/relationships/slideLayout" Target="../slideLayouts/slideLayout563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7.xml"/><Relationship Id="rId13" Type="http://schemas.openxmlformats.org/officeDocument/2006/relationships/slideLayout" Target="../slideLayouts/slideLayout582.xml"/><Relationship Id="rId18" Type="http://schemas.openxmlformats.org/officeDocument/2006/relationships/slideLayout" Target="../slideLayouts/slideLayout587.xml"/><Relationship Id="rId3" Type="http://schemas.openxmlformats.org/officeDocument/2006/relationships/slideLayout" Target="../slideLayouts/slideLayout572.xml"/><Relationship Id="rId21" Type="http://schemas.openxmlformats.org/officeDocument/2006/relationships/theme" Target="../theme/theme35.xml"/><Relationship Id="rId7" Type="http://schemas.openxmlformats.org/officeDocument/2006/relationships/slideLayout" Target="../slideLayouts/slideLayout576.xml"/><Relationship Id="rId12" Type="http://schemas.openxmlformats.org/officeDocument/2006/relationships/slideLayout" Target="../slideLayouts/slideLayout581.xml"/><Relationship Id="rId17" Type="http://schemas.openxmlformats.org/officeDocument/2006/relationships/slideLayout" Target="../slideLayouts/slideLayout586.xml"/><Relationship Id="rId2" Type="http://schemas.openxmlformats.org/officeDocument/2006/relationships/slideLayout" Target="../slideLayouts/slideLayout571.xml"/><Relationship Id="rId16" Type="http://schemas.openxmlformats.org/officeDocument/2006/relationships/slideLayout" Target="../slideLayouts/slideLayout585.xml"/><Relationship Id="rId20" Type="http://schemas.openxmlformats.org/officeDocument/2006/relationships/slideLayout" Target="../slideLayouts/slideLayout589.xml"/><Relationship Id="rId1" Type="http://schemas.openxmlformats.org/officeDocument/2006/relationships/slideLayout" Target="../slideLayouts/slideLayout570.xml"/><Relationship Id="rId6" Type="http://schemas.openxmlformats.org/officeDocument/2006/relationships/slideLayout" Target="../slideLayouts/slideLayout575.xml"/><Relationship Id="rId11" Type="http://schemas.openxmlformats.org/officeDocument/2006/relationships/slideLayout" Target="../slideLayouts/slideLayout580.xml"/><Relationship Id="rId5" Type="http://schemas.openxmlformats.org/officeDocument/2006/relationships/slideLayout" Target="../slideLayouts/slideLayout574.xml"/><Relationship Id="rId15" Type="http://schemas.openxmlformats.org/officeDocument/2006/relationships/slideLayout" Target="../slideLayouts/slideLayout584.xml"/><Relationship Id="rId10" Type="http://schemas.openxmlformats.org/officeDocument/2006/relationships/slideLayout" Target="../slideLayouts/slideLayout579.xml"/><Relationship Id="rId19" Type="http://schemas.openxmlformats.org/officeDocument/2006/relationships/slideLayout" Target="../slideLayouts/slideLayout588.xml"/><Relationship Id="rId4" Type="http://schemas.openxmlformats.org/officeDocument/2006/relationships/slideLayout" Target="../slideLayouts/slideLayout573.xml"/><Relationship Id="rId9" Type="http://schemas.openxmlformats.org/officeDocument/2006/relationships/slideLayout" Target="../slideLayouts/slideLayout578.xml"/><Relationship Id="rId14" Type="http://schemas.openxmlformats.org/officeDocument/2006/relationships/slideLayout" Target="../slideLayouts/slideLayout583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7.xml"/><Relationship Id="rId13" Type="http://schemas.openxmlformats.org/officeDocument/2006/relationships/slideLayout" Target="../slideLayouts/slideLayout602.xml"/><Relationship Id="rId18" Type="http://schemas.openxmlformats.org/officeDocument/2006/relationships/slideLayout" Target="../slideLayouts/slideLayout607.xml"/><Relationship Id="rId3" Type="http://schemas.openxmlformats.org/officeDocument/2006/relationships/slideLayout" Target="../slideLayouts/slideLayout592.xml"/><Relationship Id="rId21" Type="http://schemas.openxmlformats.org/officeDocument/2006/relationships/theme" Target="../theme/theme36.xml"/><Relationship Id="rId7" Type="http://schemas.openxmlformats.org/officeDocument/2006/relationships/slideLayout" Target="../slideLayouts/slideLayout596.xml"/><Relationship Id="rId12" Type="http://schemas.openxmlformats.org/officeDocument/2006/relationships/slideLayout" Target="../slideLayouts/slideLayout601.xml"/><Relationship Id="rId17" Type="http://schemas.openxmlformats.org/officeDocument/2006/relationships/slideLayout" Target="../slideLayouts/slideLayout606.xml"/><Relationship Id="rId2" Type="http://schemas.openxmlformats.org/officeDocument/2006/relationships/slideLayout" Target="../slideLayouts/slideLayout591.xml"/><Relationship Id="rId16" Type="http://schemas.openxmlformats.org/officeDocument/2006/relationships/slideLayout" Target="../slideLayouts/slideLayout605.xml"/><Relationship Id="rId20" Type="http://schemas.openxmlformats.org/officeDocument/2006/relationships/slideLayout" Target="../slideLayouts/slideLayout609.xml"/><Relationship Id="rId1" Type="http://schemas.openxmlformats.org/officeDocument/2006/relationships/slideLayout" Target="../slideLayouts/slideLayout590.xml"/><Relationship Id="rId6" Type="http://schemas.openxmlformats.org/officeDocument/2006/relationships/slideLayout" Target="../slideLayouts/slideLayout595.xml"/><Relationship Id="rId11" Type="http://schemas.openxmlformats.org/officeDocument/2006/relationships/slideLayout" Target="../slideLayouts/slideLayout600.xml"/><Relationship Id="rId5" Type="http://schemas.openxmlformats.org/officeDocument/2006/relationships/slideLayout" Target="../slideLayouts/slideLayout594.xml"/><Relationship Id="rId15" Type="http://schemas.openxmlformats.org/officeDocument/2006/relationships/slideLayout" Target="../slideLayouts/slideLayout604.xml"/><Relationship Id="rId10" Type="http://schemas.openxmlformats.org/officeDocument/2006/relationships/slideLayout" Target="../slideLayouts/slideLayout599.xml"/><Relationship Id="rId19" Type="http://schemas.openxmlformats.org/officeDocument/2006/relationships/slideLayout" Target="../slideLayouts/slideLayout608.xml"/><Relationship Id="rId4" Type="http://schemas.openxmlformats.org/officeDocument/2006/relationships/slideLayout" Target="../slideLayouts/slideLayout593.xml"/><Relationship Id="rId9" Type="http://schemas.openxmlformats.org/officeDocument/2006/relationships/slideLayout" Target="../slideLayouts/slideLayout598.xml"/><Relationship Id="rId14" Type="http://schemas.openxmlformats.org/officeDocument/2006/relationships/slideLayout" Target="../slideLayouts/slideLayout603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7.xml"/><Relationship Id="rId13" Type="http://schemas.openxmlformats.org/officeDocument/2006/relationships/slideLayout" Target="../slideLayouts/slideLayout622.xml"/><Relationship Id="rId18" Type="http://schemas.openxmlformats.org/officeDocument/2006/relationships/slideLayout" Target="../slideLayouts/slideLayout627.xml"/><Relationship Id="rId3" Type="http://schemas.openxmlformats.org/officeDocument/2006/relationships/slideLayout" Target="../slideLayouts/slideLayout612.xml"/><Relationship Id="rId21" Type="http://schemas.openxmlformats.org/officeDocument/2006/relationships/theme" Target="../theme/theme37.xml"/><Relationship Id="rId7" Type="http://schemas.openxmlformats.org/officeDocument/2006/relationships/slideLayout" Target="../slideLayouts/slideLayout616.xml"/><Relationship Id="rId12" Type="http://schemas.openxmlformats.org/officeDocument/2006/relationships/slideLayout" Target="../slideLayouts/slideLayout621.xml"/><Relationship Id="rId17" Type="http://schemas.openxmlformats.org/officeDocument/2006/relationships/slideLayout" Target="../slideLayouts/slideLayout626.xml"/><Relationship Id="rId2" Type="http://schemas.openxmlformats.org/officeDocument/2006/relationships/slideLayout" Target="../slideLayouts/slideLayout611.xml"/><Relationship Id="rId16" Type="http://schemas.openxmlformats.org/officeDocument/2006/relationships/slideLayout" Target="../slideLayouts/slideLayout625.xml"/><Relationship Id="rId20" Type="http://schemas.openxmlformats.org/officeDocument/2006/relationships/slideLayout" Target="../slideLayouts/slideLayout629.xml"/><Relationship Id="rId1" Type="http://schemas.openxmlformats.org/officeDocument/2006/relationships/slideLayout" Target="../slideLayouts/slideLayout610.xml"/><Relationship Id="rId6" Type="http://schemas.openxmlformats.org/officeDocument/2006/relationships/slideLayout" Target="../slideLayouts/slideLayout615.xml"/><Relationship Id="rId11" Type="http://schemas.openxmlformats.org/officeDocument/2006/relationships/slideLayout" Target="../slideLayouts/slideLayout620.xml"/><Relationship Id="rId5" Type="http://schemas.openxmlformats.org/officeDocument/2006/relationships/slideLayout" Target="../slideLayouts/slideLayout614.xml"/><Relationship Id="rId15" Type="http://schemas.openxmlformats.org/officeDocument/2006/relationships/slideLayout" Target="../slideLayouts/slideLayout624.xml"/><Relationship Id="rId10" Type="http://schemas.openxmlformats.org/officeDocument/2006/relationships/slideLayout" Target="../slideLayouts/slideLayout619.xml"/><Relationship Id="rId19" Type="http://schemas.openxmlformats.org/officeDocument/2006/relationships/slideLayout" Target="../slideLayouts/slideLayout628.xml"/><Relationship Id="rId4" Type="http://schemas.openxmlformats.org/officeDocument/2006/relationships/slideLayout" Target="../slideLayouts/slideLayout613.xml"/><Relationship Id="rId9" Type="http://schemas.openxmlformats.org/officeDocument/2006/relationships/slideLayout" Target="../slideLayouts/slideLayout618.xml"/><Relationship Id="rId14" Type="http://schemas.openxmlformats.org/officeDocument/2006/relationships/slideLayout" Target="../slideLayouts/slideLayout623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7.xml"/><Relationship Id="rId13" Type="http://schemas.openxmlformats.org/officeDocument/2006/relationships/slideLayout" Target="../slideLayouts/slideLayout642.xml"/><Relationship Id="rId18" Type="http://schemas.openxmlformats.org/officeDocument/2006/relationships/slideLayout" Target="../slideLayouts/slideLayout647.xml"/><Relationship Id="rId3" Type="http://schemas.openxmlformats.org/officeDocument/2006/relationships/slideLayout" Target="../slideLayouts/slideLayout632.xml"/><Relationship Id="rId21" Type="http://schemas.openxmlformats.org/officeDocument/2006/relationships/theme" Target="../theme/theme38.xml"/><Relationship Id="rId7" Type="http://schemas.openxmlformats.org/officeDocument/2006/relationships/slideLayout" Target="../slideLayouts/slideLayout636.xml"/><Relationship Id="rId12" Type="http://schemas.openxmlformats.org/officeDocument/2006/relationships/slideLayout" Target="../slideLayouts/slideLayout641.xml"/><Relationship Id="rId17" Type="http://schemas.openxmlformats.org/officeDocument/2006/relationships/slideLayout" Target="../slideLayouts/slideLayout646.xml"/><Relationship Id="rId2" Type="http://schemas.openxmlformats.org/officeDocument/2006/relationships/slideLayout" Target="../slideLayouts/slideLayout631.xml"/><Relationship Id="rId16" Type="http://schemas.openxmlformats.org/officeDocument/2006/relationships/slideLayout" Target="../slideLayouts/slideLayout645.xml"/><Relationship Id="rId20" Type="http://schemas.openxmlformats.org/officeDocument/2006/relationships/slideLayout" Target="../slideLayouts/slideLayout649.xml"/><Relationship Id="rId1" Type="http://schemas.openxmlformats.org/officeDocument/2006/relationships/slideLayout" Target="../slideLayouts/slideLayout630.xml"/><Relationship Id="rId6" Type="http://schemas.openxmlformats.org/officeDocument/2006/relationships/slideLayout" Target="../slideLayouts/slideLayout635.xml"/><Relationship Id="rId11" Type="http://schemas.openxmlformats.org/officeDocument/2006/relationships/slideLayout" Target="../slideLayouts/slideLayout640.xml"/><Relationship Id="rId5" Type="http://schemas.openxmlformats.org/officeDocument/2006/relationships/slideLayout" Target="../slideLayouts/slideLayout634.xml"/><Relationship Id="rId15" Type="http://schemas.openxmlformats.org/officeDocument/2006/relationships/slideLayout" Target="../slideLayouts/slideLayout644.xml"/><Relationship Id="rId10" Type="http://schemas.openxmlformats.org/officeDocument/2006/relationships/slideLayout" Target="../slideLayouts/slideLayout639.xml"/><Relationship Id="rId19" Type="http://schemas.openxmlformats.org/officeDocument/2006/relationships/slideLayout" Target="../slideLayouts/slideLayout648.xml"/><Relationship Id="rId4" Type="http://schemas.openxmlformats.org/officeDocument/2006/relationships/slideLayout" Target="../slideLayouts/slideLayout633.xml"/><Relationship Id="rId9" Type="http://schemas.openxmlformats.org/officeDocument/2006/relationships/slideLayout" Target="../slideLayouts/slideLayout638.xml"/><Relationship Id="rId14" Type="http://schemas.openxmlformats.org/officeDocument/2006/relationships/slideLayout" Target="../slideLayouts/slideLayout643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7.xml"/><Relationship Id="rId13" Type="http://schemas.openxmlformats.org/officeDocument/2006/relationships/slideLayout" Target="../slideLayouts/slideLayout662.xml"/><Relationship Id="rId18" Type="http://schemas.openxmlformats.org/officeDocument/2006/relationships/slideLayout" Target="../slideLayouts/slideLayout667.xml"/><Relationship Id="rId3" Type="http://schemas.openxmlformats.org/officeDocument/2006/relationships/slideLayout" Target="../slideLayouts/slideLayout652.xml"/><Relationship Id="rId21" Type="http://schemas.openxmlformats.org/officeDocument/2006/relationships/theme" Target="../theme/theme39.xml"/><Relationship Id="rId7" Type="http://schemas.openxmlformats.org/officeDocument/2006/relationships/slideLayout" Target="../slideLayouts/slideLayout656.xml"/><Relationship Id="rId12" Type="http://schemas.openxmlformats.org/officeDocument/2006/relationships/slideLayout" Target="../slideLayouts/slideLayout661.xml"/><Relationship Id="rId17" Type="http://schemas.openxmlformats.org/officeDocument/2006/relationships/slideLayout" Target="../slideLayouts/slideLayout666.xml"/><Relationship Id="rId2" Type="http://schemas.openxmlformats.org/officeDocument/2006/relationships/slideLayout" Target="../slideLayouts/slideLayout651.xml"/><Relationship Id="rId16" Type="http://schemas.openxmlformats.org/officeDocument/2006/relationships/slideLayout" Target="../slideLayouts/slideLayout665.xml"/><Relationship Id="rId20" Type="http://schemas.openxmlformats.org/officeDocument/2006/relationships/slideLayout" Target="../slideLayouts/slideLayout669.xml"/><Relationship Id="rId1" Type="http://schemas.openxmlformats.org/officeDocument/2006/relationships/slideLayout" Target="../slideLayouts/slideLayout650.xml"/><Relationship Id="rId6" Type="http://schemas.openxmlformats.org/officeDocument/2006/relationships/slideLayout" Target="../slideLayouts/slideLayout655.xml"/><Relationship Id="rId11" Type="http://schemas.openxmlformats.org/officeDocument/2006/relationships/slideLayout" Target="../slideLayouts/slideLayout660.xml"/><Relationship Id="rId5" Type="http://schemas.openxmlformats.org/officeDocument/2006/relationships/slideLayout" Target="../slideLayouts/slideLayout654.xml"/><Relationship Id="rId15" Type="http://schemas.openxmlformats.org/officeDocument/2006/relationships/slideLayout" Target="../slideLayouts/slideLayout664.xml"/><Relationship Id="rId10" Type="http://schemas.openxmlformats.org/officeDocument/2006/relationships/slideLayout" Target="../slideLayouts/slideLayout659.xml"/><Relationship Id="rId19" Type="http://schemas.openxmlformats.org/officeDocument/2006/relationships/slideLayout" Target="../slideLayouts/slideLayout668.xml"/><Relationship Id="rId4" Type="http://schemas.openxmlformats.org/officeDocument/2006/relationships/slideLayout" Target="../slideLayouts/slideLayout653.xml"/><Relationship Id="rId9" Type="http://schemas.openxmlformats.org/officeDocument/2006/relationships/slideLayout" Target="../slideLayouts/slideLayout658.xml"/><Relationship Id="rId14" Type="http://schemas.openxmlformats.org/officeDocument/2006/relationships/slideLayout" Target="../slideLayouts/slideLayout663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7.xml"/><Relationship Id="rId13" Type="http://schemas.openxmlformats.org/officeDocument/2006/relationships/slideLayout" Target="../slideLayouts/slideLayout682.xml"/><Relationship Id="rId18" Type="http://schemas.openxmlformats.org/officeDocument/2006/relationships/slideLayout" Target="../slideLayouts/slideLayout687.xml"/><Relationship Id="rId3" Type="http://schemas.openxmlformats.org/officeDocument/2006/relationships/slideLayout" Target="../slideLayouts/slideLayout672.xml"/><Relationship Id="rId21" Type="http://schemas.openxmlformats.org/officeDocument/2006/relationships/theme" Target="../theme/theme40.xml"/><Relationship Id="rId7" Type="http://schemas.openxmlformats.org/officeDocument/2006/relationships/slideLayout" Target="../slideLayouts/slideLayout676.xml"/><Relationship Id="rId12" Type="http://schemas.openxmlformats.org/officeDocument/2006/relationships/slideLayout" Target="../slideLayouts/slideLayout681.xml"/><Relationship Id="rId17" Type="http://schemas.openxmlformats.org/officeDocument/2006/relationships/slideLayout" Target="../slideLayouts/slideLayout686.xml"/><Relationship Id="rId2" Type="http://schemas.openxmlformats.org/officeDocument/2006/relationships/slideLayout" Target="../slideLayouts/slideLayout671.xml"/><Relationship Id="rId16" Type="http://schemas.openxmlformats.org/officeDocument/2006/relationships/slideLayout" Target="../slideLayouts/slideLayout685.xml"/><Relationship Id="rId20" Type="http://schemas.openxmlformats.org/officeDocument/2006/relationships/slideLayout" Target="../slideLayouts/slideLayout689.xml"/><Relationship Id="rId1" Type="http://schemas.openxmlformats.org/officeDocument/2006/relationships/slideLayout" Target="../slideLayouts/slideLayout670.xml"/><Relationship Id="rId6" Type="http://schemas.openxmlformats.org/officeDocument/2006/relationships/slideLayout" Target="../slideLayouts/slideLayout675.xml"/><Relationship Id="rId11" Type="http://schemas.openxmlformats.org/officeDocument/2006/relationships/slideLayout" Target="../slideLayouts/slideLayout680.xml"/><Relationship Id="rId5" Type="http://schemas.openxmlformats.org/officeDocument/2006/relationships/slideLayout" Target="../slideLayouts/slideLayout674.xml"/><Relationship Id="rId15" Type="http://schemas.openxmlformats.org/officeDocument/2006/relationships/slideLayout" Target="../slideLayouts/slideLayout684.xml"/><Relationship Id="rId10" Type="http://schemas.openxmlformats.org/officeDocument/2006/relationships/slideLayout" Target="../slideLayouts/slideLayout679.xml"/><Relationship Id="rId19" Type="http://schemas.openxmlformats.org/officeDocument/2006/relationships/slideLayout" Target="../slideLayouts/slideLayout688.xml"/><Relationship Id="rId4" Type="http://schemas.openxmlformats.org/officeDocument/2006/relationships/slideLayout" Target="../slideLayouts/slideLayout673.xml"/><Relationship Id="rId9" Type="http://schemas.openxmlformats.org/officeDocument/2006/relationships/slideLayout" Target="../slideLayouts/slideLayout678.xml"/><Relationship Id="rId14" Type="http://schemas.openxmlformats.org/officeDocument/2006/relationships/slideLayout" Target="../slideLayouts/slideLayout683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7.xml"/><Relationship Id="rId13" Type="http://schemas.openxmlformats.org/officeDocument/2006/relationships/slideLayout" Target="../slideLayouts/slideLayout702.xml"/><Relationship Id="rId18" Type="http://schemas.openxmlformats.org/officeDocument/2006/relationships/slideLayout" Target="../slideLayouts/slideLayout707.xml"/><Relationship Id="rId3" Type="http://schemas.openxmlformats.org/officeDocument/2006/relationships/slideLayout" Target="../slideLayouts/slideLayout692.xml"/><Relationship Id="rId21" Type="http://schemas.openxmlformats.org/officeDocument/2006/relationships/theme" Target="../theme/theme41.xml"/><Relationship Id="rId7" Type="http://schemas.openxmlformats.org/officeDocument/2006/relationships/slideLayout" Target="../slideLayouts/slideLayout696.xml"/><Relationship Id="rId12" Type="http://schemas.openxmlformats.org/officeDocument/2006/relationships/slideLayout" Target="../slideLayouts/slideLayout701.xml"/><Relationship Id="rId17" Type="http://schemas.openxmlformats.org/officeDocument/2006/relationships/slideLayout" Target="../slideLayouts/slideLayout706.xml"/><Relationship Id="rId2" Type="http://schemas.openxmlformats.org/officeDocument/2006/relationships/slideLayout" Target="../slideLayouts/slideLayout691.xml"/><Relationship Id="rId16" Type="http://schemas.openxmlformats.org/officeDocument/2006/relationships/slideLayout" Target="../slideLayouts/slideLayout705.xml"/><Relationship Id="rId20" Type="http://schemas.openxmlformats.org/officeDocument/2006/relationships/slideLayout" Target="../slideLayouts/slideLayout709.xml"/><Relationship Id="rId1" Type="http://schemas.openxmlformats.org/officeDocument/2006/relationships/slideLayout" Target="../slideLayouts/slideLayout690.xml"/><Relationship Id="rId6" Type="http://schemas.openxmlformats.org/officeDocument/2006/relationships/slideLayout" Target="../slideLayouts/slideLayout695.xml"/><Relationship Id="rId11" Type="http://schemas.openxmlformats.org/officeDocument/2006/relationships/slideLayout" Target="../slideLayouts/slideLayout700.xml"/><Relationship Id="rId5" Type="http://schemas.openxmlformats.org/officeDocument/2006/relationships/slideLayout" Target="../slideLayouts/slideLayout694.xml"/><Relationship Id="rId15" Type="http://schemas.openxmlformats.org/officeDocument/2006/relationships/slideLayout" Target="../slideLayouts/slideLayout704.xml"/><Relationship Id="rId10" Type="http://schemas.openxmlformats.org/officeDocument/2006/relationships/slideLayout" Target="../slideLayouts/slideLayout699.xml"/><Relationship Id="rId19" Type="http://schemas.openxmlformats.org/officeDocument/2006/relationships/slideLayout" Target="../slideLayouts/slideLayout708.xml"/><Relationship Id="rId4" Type="http://schemas.openxmlformats.org/officeDocument/2006/relationships/slideLayout" Target="../slideLayouts/slideLayout693.xml"/><Relationship Id="rId9" Type="http://schemas.openxmlformats.org/officeDocument/2006/relationships/slideLayout" Target="../slideLayouts/slideLayout698.xml"/><Relationship Id="rId14" Type="http://schemas.openxmlformats.org/officeDocument/2006/relationships/slideLayout" Target="../slideLayouts/slideLayout703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7.xml"/><Relationship Id="rId13" Type="http://schemas.openxmlformats.org/officeDocument/2006/relationships/slideLayout" Target="../slideLayouts/slideLayout722.xml"/><Relationship Id="rId18" Type="http://schemas.openxmlformats.org/officeDocument/2006/relationships/slideLayout" Target="../slideLayouts/slideLayout727.xml"/><Relationship Id="rId3" Type="http://schemas.openxmlformats.org/officeDocument/2006/relationships/slideLayout" Target="../slideLayouts/slideLayout712.xml"/><Relationship Id="rId21" Type="http://schemas.openxmlformats.org/officeDocument/2006/relationships/theme" Target="../theme/theme42.xml"/><Relationship Id="rId7" Type="http://schemas.openxmlformats.org/officeDocument/2006/relationships/slideLayout" Target="../slideLayouts/slideLayout716.xml"/><Relationship Id="rId12" Type="http://schemas.openxmlformats.org/officeDocument/2006/relationships/slideLayout" Target="../slideLayouts/slideLayout721.xml"/><Relationship Id="rId17" Type="http://schemas.openxmlformats.org/officeDocument/2006/relationships/slideLayout" Target="../slideLayouts/slideLayout726.xml"/><Relationship Id="rId2" Type="http://schemas.openxmlformats.org/officeDocument/2006/relationships/slideLayout" Target="../slideLayouts/slideLayout711.xml"/><Relationship Id="rId16" Type="http://schemas.openxmlformats.org/officeDocument/2006/relationships/slideLayout" Target="../slideLayouts/slideLayout725.xml"/><Relationship Id="rId20" Type="http://schemas.openxmlformats.org/officeDocument/2006/relationships/slideLayout" Target="../slideLayouts/slideLayout729.xml"/><Relationship Id="rId1" Type="http://schemas.openxmlformats.org/officeDocument/2006/relationships/slideLayout" Target="../slideLayouts/slideLayout710.xml"/><Relationship Id="rId6" Type="http://schemas.openxmlformats.org/officeDocument/2006/relationships/slideLayout" Target="../slideLayouts/slideLayout715.xml"/><Relationship Id="rId11" Type="http://schemas.openxmlformats.org/officeDocument/2006/relationships/slideLayout" Target="../slideLayouts/slideLayout720.xml"/><Relationship Id="rId5" Type="http://schemas.openxmlformats.org/officeDocument/2006/relationships/slideLayout" Target="../slideLayouts/slideLayout714.xml"/><Relationship Id="rId15" Type="http://schemas.openxmlformats.org/officeDocument/2006/relationships/slideLayout" Target="../slideLayouts/slideLayout724.xml"/><Relationship Id="rId10" Type="http://schemas.openxmlformats.org/officeDocument/2006/relationships/slideLayout" Target="../slideLayouts/slideLayout719.xml"/><Relationship Id="rId19" Type="http://schemas.openxmlformats.org/officeDocument/2006/relationships/slideLayout" Target="../slideLayouts/slideLayout728.xml"/><Relationship Id="rId4" Type="http://schemas.openxmlformats.org/officeDocument/2006/relationships/slideLayout" Target="../slideLayouts/slideLayout713.xml"/><Relationship Id="rId9" Type="http://schemas.openxmlformats.org/officeDocument/2006/relationships/slideLayout" Target="../slideLayouts/slideLayout718.xml"/><Relationship Id="rId14" Type="http://schemas.openxmlformats.org/officeDocument/2006/relationships/slideLayout" Target="../slideLayouts/slideLayout723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7.xml"/><Relationship Id="rId13" Type="http://schemas.openxmlformats.org/officeDocument/2006/relationships/slideLayout" Target="../slideLayouts/slideLayout742.xml"/><Relationship Id="rId18" Type="http://schemas.openxmlformats.org/officeDocument/2006/relationships/slideLayout" Target="../slideLayouts/slideLayout747.xml"/><Relationship Id="rId3" Type="http://schemas.openxmlformats.org/officeDocument/2006/relationships/slideLayout" Target="../slideLayouts/slideLayout732.xml"/><Relationship Id="rId21" Type="http://schemas.openxmlformats.org/officeDocument/2006/relationships/theme" Target="../theme/theme43.xml"/><Relationship Id="rId7" Type="http://schemas.openxmlformats.org/officeDocument/2006/relationships/slideLayout" Target="../slideLayouts/slideLayout736.xml"/><Relationship Id="rId12" Type="http://schemas.openxmlformats.org/officeDocument/2006/relationships/slideLayout" Target="../slideLayouts/slideLayout741.xml"/><Relationship Id="rId17" Type="http://schemas.openxmlformats.org/officeDocument/2006/relationships/slideLayout" Target="../slideLayouts/slideLayout746.xml"/><Relationship Id="rId2" Type="http://schemas.openxmlformats.org/officeDocument/2006/relationships/slideLayout" Target="../slideLayouts/slideLayout731.xml"/><Relationship Id="rId16" Type="http://schemas.openxmlformats.org/officeDocument/2006/relationships/slideLayout" Target="../slideLayouts/slideLayout745.xml"/><Relationship Id="rId20" Type="http://schemas.openxmlformats.org/officeDocument/2006/relationships/slideLayout" Target="../slideLayouts/slideLayout749.xml"/><Relationship Id="rId1" Type="http://schemas.openxmlformats.org/officeDocument/2006/relationships/slideLayout" Target="../slideLayouts/slideLayout730.xml"/><Relationship Id="rId6" Type="http://schemas.openxmlformats.org/officeDocument/2006/relationships/slideLayout" Target="../slideLayouts/slideLayout735.xml"/><Relationship Id="rId11" Type="http://schemas.openxmlformats.org/officeDocument/2006/relationships/slideLayout" Target="../slideLayouts/slideLayout740.xml"/><Relationship Id="rId5" Type="http://schemas.openxmlformats.org/officeDocument/2006/relationships/slideLayout" Target="../slideLayouts/slideLayout734.xml"/><Relationship Id="rId15" Type="http://schemas.openxmlformats.org/officeDocument/2006/relationships/slideLayout" Target="../slideLayouts/slideLayout744.xml"/><Relationship Id="rId10" Type="http://schemas.openxmlformats.org/officeDocument/2006/relationships/slideLayout" Target="../slideLayouts/slideLayout739.xml"/><Relationship Id="rId19" Type="http://schemas.openxmlformats.org/officeDocument/2006/relationships/slideLayout" Target="../slideLayouts/slideLayout748.xml"/><Relationship Id="rId4" Type="http://schemas.openxmlformats.org/officeDocument/2006/relationships/slideLayout" Target="../slideLayouts/slideLayout733.xml"/><Relationship Id="rId9" Type="http://schemas.openxmlformats.org/officeDocument/2006/relationships/slideLayout" Target="../slideLayouts/slideLayout738.xml"/><Relationship Id="rId14" Type="http://schemas.openxmlformats.org/officeDocument/2006/relationships/slideLayout" Target="../slideLayouts/slideLayout743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7.xml"/><Relationship Id="rId13" Type="http://schemas.openxmlformats.org/officeDocument/2006/relationships/slideLayout" Target="../slideLayouts/slideLayout762.xml"/><Relationship Id="rId18" Type="http://schemas.openxmlformats.org/officeDocument/2006/relationships/slideLayout" Target="../slideLayouts/slideLayout767.xml"/><Relationship Id="rId3" Type="http://schemas.openxmlformats.org/officeDocument/2006/relationships/slideLayout" Target="../slideLayouts/slideLayout752.xml"/><Relationship Id="rId21" Type="http://schemas.openxmlformats.org/officeDocument/2006/relationships/theme" Target="../theme/theme44.xml"/><Relationship Id="rId7" Type="http://schemas.openxmlformats.org/officeDocument/2006/relationships/slideLayout" Target="../slideLayouts/slideLayout756.xml"/><Relationship Id="rId12" Type="http://schemas.openxmlformats.org/officeDocument/2006/relationships/slideLayout" Target="../slideLayouts/slideLayout761.xml"/><Relationship Id="rId17" Type="http://schemas.openxmlformats.org/officeDocument/2006/relationships/slideLayout" Target="../slideLayouts/slideLayout766.xml"/><Relationship Id="rId2" Type="http://schemas.openxmlformats.org/officeDocument/2006/relationships/slideLayout" Target="../slideLayouts/slideLayout751.xml"/><Relationship Id="rId16" Type="http://schemas.openxmlformats.org/officeDocument/2006/relationships/slideLayout" Target="../slideLayouts/slideLayout765.xml"/><Relationship Id="rId20" Type="http://schemas.openxmlformats.org/officeDocument/2006/relationships/slideLayout" Target="../slideLayouts/slideLayout769.xml"/><Relationship Id="rId1" Type="http://schemas.openxmlformats.org/officeDocument/2006/relationships/slideLayout" Target="../slideLayouts/slideLayout750.xml"/><Relationship Id="rId6" Type="http://schemas.openxmlformats.org/officeDocument/2006/relationships/slideLayout" Target="../slideLayouts/slideLayout755.xml"/><Relationship Id="rId11" Type="http://schemas.openxmlformats.org/officeDocument/2006/relationships/slideLayout" Target="../slideLayouts/slideLayout760.xml"/><Relationship Id="rId5" Type="http://schemas.openxmlformats.org/officeDocument/2006/relationships/slideLayout" Target="../slideLayouts/slideLayout754.xml"/><Relationship Id="rId15" Type="http://schemas.openxmlformats.org/officeDocument/2006/relationships/slideLayout" Target="../slideLayouts/slideLayout764.xml"/><Relationship Id="rId10" Type="http://schemas.openxmlformats.org/officeDocument/2006/relationships/slideLayout" Target="../slideLayouts/slideLayout759.xml"/><Relationship Id="rId19" Type="http://schemas.openxmlformats.org/officeDocument/2006/relationships/slideLayout" Target="../slideLayouts/slideLayout768.xml"/><Relationship Id="rId4" Type="http://schemas.openxmlformats.org/officeDocument/2006/relationships/slideLayout" Target="../slideLayouts/slideLayout753.xml"/><Relationship Id="rId9" Type="http://schemas.openxmlformats.org/officeDocument/2006/relationships/slideLayout" Target="../slideLayouts/slideLayout758.xml"/><Relationship Id="rId14" Type="http://schemas.openxmlformats.org/officeDocument/2006/relationships/slideLayout" Target="../slideLayouts/slideLayout763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7.xml"/><Relationship Id="rId13" Type="http://schemas.openxmlformats.org/officeDocument/2006/relationships/slideLayout" Target="../slideLayouts/slideLayout782.xml"/><Relationship Id="rId18" Type="http://schemas.openxmlformats.org/officeDocument/2006/relationships/slideLayout" Target="../slideLayouts/slideLayout787.xml"/><Relationship Id="rId3" Type="http://schemas.openxmlformats.org/officeDocument/2006/relationships/slideLayout" Target="../slideLayouts/slideLayout772.xml"/><Relationship Id="rId21" Type="http://schemas.openxmlformats.org/officeDocument/2006/relationships/theme" Target="../theme/theme45.xml"/><Relationship Id="rId7" Type="http://schemas.openxmlformats.org/officeDocument/2006/relationships/slideLayout" Target="../slideLayouts/slideLayout776.xml"/><Relationship Id="rId12" Type="http://schemas.openxmlformats.org/officeDocument/2006/relationships/slideLayout" Target="../slideLayouts/slideLayout781.xml"/><Relationship Id="rId17" Type="http://schemas.openxmlformats.org/officeDocument/2006/relationships/slideLayout" Target="../slideLayouts/slideLayout786.xml"/><Relationship Id="rId2" Type="http://schemas.openxmlformats.org/officeDocument/2006/relationships/slideLayout" Target="../slideLayouts/slideLayout771.xml"/><Relationship Id="rId16" Type="http://schemas.openxmlformats.org/officeDocument/2006/relationships/slideLayout" Target="../slideLayouts/slideLayout785.xml"/><Relationship Id="rId20" Type="http://schemas.openxmlformats.org/officeDocument/2006/relationships/slideLayout" Target="../slideLayouts/slideLayout789.xml"/><Relationship Id="rId1" Type="http://schemas.openxmlformats.org/officeDocument/2006/relationships/slideLayout" Target="../slideLayouts/slideLayout770.xml"/><Relationship Id="rId6" Type="http://schemas.openxmlformats.org/officeDocument/2006/relationships/slideLayout" Target="../slideLayouts/slideLayout775.xml"/><Relationship Id="rId11" Type="http://schemas.openxmlformats.org/officeDocument/2006/relationships/slideLayout" Target="../slideLayouts/slideLayout780.xml"/><Relationship Id="rId5" Type="http://schemas.openxmlformats.org/officeDocument/2006/relationships/slideLayout" Target="../slideLayouts/slideLayout774.xml"/><Relationship Id="rId15" Type="http://schemas.openxmlformats.org/officeDocument/2006/relationships/slideLayout" Target="../slideLayouts/slideLayout784.xml"/><Relationship Id="rId10" Type="http://schemas.openxmlformats.org/officeDocument/2006/relationships/slideLayout" Target="../slideLayouts/slideLayout779.xml"/><Relationship Id="rId19" Type="http://schemas.openxmlformats.org/officeDocument/2006/relationships/slideLayout" Target="../slideLayouts/slideLayout788.xml"/><Relationship Id="rId4" Type="http://schemas.openxmlformats.org/officeDocument/2006/relationships/slideLayout" Target="../slideLayouts/slideLayout773.xml"/><Relationship Id="rId9" Type="http://schemas.openxmlformats.org/officeDocument/2006/relationships/slideLayout" Target="../slideLayouts/slideLayout778.xml"/><Relationship Id="rId14" Type="http://schemas.openxmlformats.org/officeDocument/2006/relationships/slideLayout" Target="../slideLayouts/slideLayout783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7.xml"/><Relationship Id="rId13" Type="http://schemas.openxmlformats.org/officeDocument/2006/relationships/slideLayout" Target="../slideLayouts/slideLayout802.xml"/><Relationship Id="rId18" Type="http://schemas.openxmlformats.org/officeDocument/2006/relationships/slideLayout" Target="../slideLayouts/slideLayout807.xml"/><Relationship Id="rId3" Type="http://schemas.openxmlformats.org/officeDocument/2006/relationships/slideLayout" Target="../slideLayouts/slideLayout792.xml"/><Relationship Id="rId21" Type="http://schemas.openxmlformats.org/officeDocument/2006/relationships/theme" Target="../theme/theme46.xml"/><Relationship Id="rId7" Type="http://schemas.openxmlformats.org/officeDocument/2006/relationships/slideLayout" Target="../slideLayouts/slideLayout796.xml"/><Relationship Id="rId12" Type="http://schemas.openxmlformats.org/officeDocument/2006/relationships/slideLayout" Target="../slideLayouts/slideLayout801.xml"/><Relationship Id="rId17" Type="http://schemas.openxmlformats.org/officeDocument/2006/relationships/slideLayout" Target="../slideLayouts/slideLayout806.xml"/><Relationship Id="rId2" Type="http://schemas.openxmlformats.org/officeDocument/2006/relationships/slideLayout" Target="../slideLayouts/slideLayout791.xml"/><Relationship Id="rId16" Type="http://schemas.openxmlformats.org/officeDocument/2006/relationships/slideLayout" Target="../slideLayouts/slideLayout805.xml"/><Relationship Id="rId20" Type="http://schemas.openxmlformats.org/officeDocument/2006/relationships/slideLayout" Target="../slideLayouts/slideLayout809.xml"/><Relationship Id="rId1" Type="http://schemas.openxmlformats.org/officeDocument/2006/relationships/slideLayout" Target="../slideLayouts/slideLayout790.xml"/><Relationship Id="rId6" Type="http://schemas.openxmlformats.org/officeDocument/2006/relationships/slideLayout" Target="../slideLayouts/slideLayout795.xml"/><Relationship Id="rId11" Type="http://schemas.openxmlformats.org/officeDocument/2006/relationships/slideLayout" Target="../slideLayouts/slideLayout800.xml"/><Relationship Id="rId5" Type="http://schemas.openxmlformats.org/officeDocument/2006/relationships/slideLayout" Target="../slideLayouts/slideLayout794.xml"/><Relationship Id="rId15" Type="http://schemas.openxmlformats.org/officeDocument/2006/relationships/slideLayout" Target="../slideLayouts/slideLayout804.xml"/><Relationship Id="rId10" Type="http://schemas.openxmlformats.org/officeDocument/2006/relationships/slideLayout" Target="../slideLayouts/slideLayout799.xml"/><Relationship Id="rId19" Type="http://schemas.openxmlformats.org/officeDocument/2006/relationships/slideLayout" Target="../slideLayouts/slideLayout808.xml"/><Relationship Id="rId4" Type="http://schemas.openxmlformats.org/officeDocument/2006/relationships/slideLayout" Target="../slideLayouts/slideLayout793.xml"/><Relationship Id="rId9" Type="http://schemas.openxmlformats.org/officeDocument/2006/relationships/slideLayout" Target="../slideLayouts/slideLayout798.xml"/><Relationship Id="rId14" Type="http://schemas.openxmlformats.org/officeDocument/2006/relationships/slideLayout" Target="../slideLayouts/slideLayout803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7.xml"/><Relationship Id="rId13" Type="http://schemas.openxmlformats.org/officeDocument/2006/relationships/slideLayout" Target="../slideLayouts/slideLayout822.xml"/><Relationship Id="rId18" Type="http://schemas.openxmlformats.org/officeDocument/2006/relationships/slideLayout" Target="../slideLayouts/slideLayout827.xml"/><Relationship Id="rId3" Type="http://schemas.openxmlformats.org/officeDocument/2006/relationships/slideLayout" Target="../slideLayouts/slideLayout812.xml"/><Relationship Id="rId21" Type="http://schemas.openxmlformats.org/officeDocument/2006/relationships/theme" Target="../theme/theme47.xml"/><Relationship Id="rId7" Type="http://schemas.openxmlformats.org/officeDocument/2006/relationships/slideLayout" Target="../slideLayouts/slideLayout816.xml"/><Relationship Id="rId12" Type="http://schemas.openxmlformats.org/officeDocument/2006/relationships/slideLayout" Target="../slideLayouts/slideLayout821.xml"/><Relationship Id="rId17" Type="http://schemas.openxmlformats.org/officeDocument/2006/relationships/slideLayout" Target="../slideLayouts/slideLayout826.xml"/><Relationship Id="rId2" Type="http://schemas.openxmlformats.org/officeDocument/2006/relationships/slideLayout" Target="../slideLayouts/slideLayout811.xml"/><Relationship Id="rId16" Type="http://schemas.openxmlformats.org/officeDocument/2006/relationships/slideLayout" Target="../slideLayouts/slideLayout825.xml"/><Relationship Id="rId20" Type="http://schemas.openxmlformats.org/officeDocument/2006/relationships/slideLayout" Target="../slideLayouts/slideLayout829.xml"/><Relationship Id="rId1" Type="http://schemas.openxmlformats.org/officeDocument/2006/relationships/slideLayout" Target="../slideLayouts/slideLayout810.xml"/><Relationship Id="rId6" Type="http://schemas.openxmlformats.org/officeDocument/2006/relationships/slideLayout" Target="../slideLayouts/slideLayout815.xml"/><Relationship Id="rId11" Type="http://schemas.openxmlformats.org/officeDocument/2006/relationships/slideLayout" Target="../slideLayouts/slideLayout820.xml"/><Relationship Id="rId5" Type="http://schemas.openxmlformats.org/officeDocument/2006/relationships/slideLayout" Target="../slideLayouts/slideLayout814.xml"/><Relationship Id="rId15" Type="http://schemas.openxmlformats.org/officeDocument/2006/relationships/slideLayout" Target="../slideLayouts/slideLayout824.xml"/><Relationship Id="rId10" Type="http://schemas.openxmlformats.org/officeDocument/2006/relationships/slideLayout" Target="../slideLayouts/slideLayout819.xml"/><Relationship Id="rId19" Type="http://schemas.openxmlformats.org/officeDocument/2006/relationships/slideLayout" Target="../slideLayouts/slideLayout828.xml"/><Relationship Id="rId4" Type="http://schemas.openxmlformats.org/officeDocument/2006/relationships/slideLayout" Target="../slideLayouts/slideLayout813.xml"/><Relationship Id="rId9" Type="http://schemas.openxmlformats.org/officeDocument/2006/relationships/slideLayout" Target="../slideLayouts/slideLayout818.xml"/><Relationship Id="rId14" Type="http://schemas.openxmlformats.org/officeDocument/2006/relationships/slideLayout" Target="../slideLayouts/slideLayout823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7.xml"/><Relationship Id="rId13" Type="http://schemas.openxmlformats.org/officeDocument/2006/relationships/slideLayout" Target="../slideLayouts/slideLayout842.xml"/><Relationship Id="rId18" Type="http://schemas.openxmlformats.org/officeDocument/2006/relationships/slideLayout" Target="../slideLayouts/slideLayout847.xml"/><Relationship Id="rId3" Type="http://schemas.openxmlformats.org/officeDocument/2006/relationships/slideLayout" Target="../slideLayouts/slideLayout832.xml"/><Relationship Id="rId21" Type="http://schemas.openxmlformats.org/officeDocument/2006/relationships/theme" Target="../theme/theme48.xml"/><Relationship Id="rId7" Type="http://schemas.openxmlformats.org/officeDocument/2006/relationships/slideLayout" Target="../slideLayouts/slideLayout836.xml"/><Relationship Id="rId12" Type="http://schemas.openxmlformats.org/officeDocument/2006/relationships/slideLayout" Target="../slideLayouts/slideLayout841.xml"/><Relationship Id="rId17" Type="http://schemas.openxmlformats.org/officeDocument/2006/relationships/slideLayout" Target="../slideLayouts/slideLayout846.xml"/><Relationship Id="rId2" Type="http://schemas.openxmlformats.org/officeDocument/2006/relationships/slideLayout" Target="../slideLayouts/slideLayout831.xml"/><Relationship Id="rId16" Type="http://schemas.openxmlformats.org/officeDocument/2006/relationships/slideLayout" Target="../slideLayouts/slideLayout845.xml"/><Relationship Id="rId20" Type="http://schemas.openxmlformats.org/officeDocument/2006/relationships/slideLayout" Target="../slideLayouts/slideLayout849.xml"/><Relationship Id="rId1" Type="http://schemas.openxmlformats.org/officeDocument/2006/relationships/slideLayout" Target="../slideLayouts/slideLayout830.xml"/><Relationship Id="rId6" Type="http://schemas.openxmlformats.org/officeDocument/2006/relationships/slideLayout" Target="../slideLayouts/slideLayout835.xml"/><Relationship Id="rId11" Type="http://schemas.openxmlformats.org/officeDocument/2006/relationships/slideLayout" Target="../slideLayouts/slideLayout840.xml"/><Relationship Id="rId5" Type="http://schemas.openxmlformats.org/officeDocument/2006/relationships/slideLayout" Target="../slideLayouts/slideLayout834.xml"/><Relationship Id="rId15" Type="http://schemas.openxmlformats.org/officeDocument/2006/relationships/slideLayout" Target="../slideLayouts/slideLayout844.xml"/><Relationship Id="rId10" Type="http://schemas.openxmlformats.org/officeDocument/2006/relationships/slideLayout" Target="../slideLayouts/slideLayout839.xml"/><Relationship Id="rId19" Type="http://schemas.openxmlformats.org/officeDocument/2006/relationships/slideLayout" Target="../slideLayouts/slideLayout848.xml"/><Relationship Id="rId4" Type="http://schemas.openxmlformats.org/officeDocument/2006/relationships/slideLayout" Target="../slideLayouts/slideLayout833.xml"/><Relationship Id="rId9" Type="http://schemas.openxmlformats.org/officeDocument/2006/relationships/slideLayout" Target="../slideLayouts/slideLayout838.xml"/><Relationship Id="rId14" Type="http://schemas.openxmlformats.org/officeDocument/2006/relationships/slideLayout" Target="../slideLayouts/slideLayout843.xml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7.xml"/><Relationship Id="rId13" Type="http://schemas.openxmlformats.org/officeDocument/2006/relationships/slideLayout" Target="../slideLayouts/slideLayout862.xml"/><Relationship Id="rId18" Type="http://schemas.openxmlformats.org/officeDocument/2006/relationships/slideLayout" Target="../slideLayouts/slideLayout867.xml"/><Relationship Id="rId3" Type="http://schemas.openxmlformats.org/officeDocument/2006/relationships/slideLayout" Target="../slideLayouts/slideLayout852.xml"/><Relationship Id="rId21" Type="http://schemas.openxmlformats.org/officeDocument/2006/relationships/theme" Target="../theme/theme49.xml"/><Relationship Id="rId7" Type="http://schemas.openxmlformats.org/officeDocument/2006/relationships/slideLayout" Target="../slideLayouts/slideLayout856.xml"/><Relationship Id="rId12" Type="http://schemas.openxmlformats.org/officeDocument/2006/relationships/slideLayout" Target="../slideLayouts/slideLayout861.xml"/><Relationship Id="rId17" Type="http://schemas.openxmlformats.org/officeDocument/2006/relationships/slideLayout" Target="../slideLayouts/slideLayout866.xml"/><Relationship Id="rId2" Type="http://schemas.openxmlformats.org/officeDocument/2006/relationships/slideLayout" Target="../slideLayouts/slideLayout851.xml"/><Relationship Id="rId16" Type="http://schemas.openxmlformats.org/officeDocument/2006/relationships/slideLayout" Target="../slideLayouts/slideLayout865.xml"/><Relationship Id="rId20" Type="http://schemas.openxmlformats.org/officeDocument/2006/relationships/slideLayout" Target="../slideLayouts/slideLayout869.xml"/><Relationship Id="rId1" Type="http://schemas.openxmlformats.org/officeDocument/2006/relationships/slideLayout" Target="../slideLayouts/slideLayout850.xml"/><Relationship Id="rId6" Type="http://schemas.openxmlformats.org/officeDocument/2006/relationships/slideLayout" Target="../slideLayouts/slideLayout855.xml"/><Relationship Id="rId11" Type="http://schemas.openxmlformats.org/officeDocument/2006/relationships/slideLayout" Target="../slideLayouts/slideLayout860.xml"/><Relationship Id="rId5" Type="http://schemas.openxmlformats.org/officeDocument/2006/relationships/slideLayout" Target="../slideLayouts/slideLayout854.xml"/><Relationship Id="rId15" Type="http://schemas.openxmlformats.org/officeDocument/2006/relationships/slideLayout" Target="../slideLayouts/slideLayout864.xml"/><Relationship Id="rId10" Type="http://schemas.openxmlformats.org/officeDocument/2006/relationships/slideLayout" Target="../slideLayouts/slideLayout859.xml"/><Relationship Id="rId19" Type="http://schemas.openxmlformats.org/officeDocument/2006/relationships/slideLayout" Target="../slideLayouts/slideLayout868.xml"/><Relationship Id="rId4" Type="http://schemas.openxmlformats.org/officeDocument/2006/relationships/slideLayout" Target="../slideLayouts/slideLayout853.xml"/><Relationship Id="rId9" Type="http://schemas.openxmlformats.org/officeDocument/2006/relationships/slideLayout" Target="../slideLayouts/slideLayout858.xml"/><Relationship Id="rId14" Type="http://schemas.openxmlformats.org/officeDocument/2006/relationships/slideLayout" Target="../slideLayouts/slideLayout863.xml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7.xml"/><Relationship Id="rId13" Type="http://schemas.openxmlformats.org/officeDocument/2006/relationships/slideLayout" Target="../slideLayouts/slideLayout882.xml"/><Relationship Id="rId18" Type="http://schemas.openxmlformats.org/officeDocument/2006/relationships/slideLayout" Target="../slideLayouts/slideLayout887.xml"/><Relationship Id="rId3" Type="http://schemas.openxmlformats.org/officeDocument/2006/relationships/slideLayout" Target="../slideLayouts/slideLayout872.xml"/><Relationship Id="rId21" Type="http://schemas.openxmlformats.org/officeDocument/2006/relationships/theme" Target="../theme/theme50.xml"/><Relationship Id="rId7" Type="http://schemas.openxmlformats.org/officeDocument/2006/relationships/slideLayout" Target="../slideLayouts/slideLayout876.xml"/><Relationship Id="rId12" Type="http://schemas.openxmlformats.org/officeDocument/2006/relationships/slideLayout" Target="../slideLayouts/slideLayout881.xml"/><Relationship Id="rId17" Type="http://schemas.openxmlformats.org/officeDocument/2006/relationships/slideLayout" Target="../slideLayouts/slideLayout886.xml"/><Relationship Id="rId2" Type="http://schemas.openxmlformats.org/officeDocument/2006/relationships/slideLayout" Target="../slideLayouts/slideLayout871.xml"/><Relationship Id="rId16" Type="http://schemas.openxmlformats.org/officeDocument/2006/relationships/slideLayout" Target="../slideLayouts/slideLayout885.xml"/><Relationship Id="rId20" Type="http://schemas.openxmlformats.org/officeDocument/2006/relationships/slideLayout" Target="../slideLayouts/slideLayout889.xml"/><Relationship Id="rId1" Type="http://schemas.openxmlformats.org/officeDocument/2006/relationships/slideLayout" Target="../slideLayouts/slideLayout870.xml"/><Relationship Id="rId6" Type="http://schemas.openxmlformats.org/officeDocument/2006/relationships/slideLayout" Target="../slideLayouts/slideLayout875.xml"/><Relationship Id="rId11" Type="http://schemas.openxmlformats.org/officeDocument/2006/relationships/slideLayout" Target="../slideLayouts/slideLayout880.xml"/><Relationship Id="rId5" Type="http://schemas.openxmlformats.org/officeDocument/2006/relationships/slideLayout" Target="../slideLayouts/slideLayout874.xml"/><Relationship Id="rId15" Type="http://schemas.openxmlformats.org/officeDocument/2006/relationships/slideLayout" Target="../slideLayouts/slideLayout884.xml"/><Relationship Id="rId10" Type="http://schemas.openxmlformats.org/officeDocument/2006/relationships/slideLayout" Target="../slideLayouts/slideLayout879.xml"/><Relationship Id="rId19" Type="http://schemas.openxmlformats.org/officeDocument/2006/relationships/slideLayout" Target="../slideLayouts/slideLayout888.xml"/><Relationship Id="rId4" Type="http://schemas.openxmlformats.org/officeDocument/2006/relationships/slideLayout" Target="../slideLayouts/slideLayout873.xml"/><Relationship Id="rId9" Type="http://schemas.openxmlformats.org/officeDocument/2006/relationships/slideLayout" Target="../slideLayouts/slideLayout878.xml"/><Relationship Id="rId14" Type="http://schemas.openxmlformats.org/officeDocument/2006/relationships/slideLayout" Target="../slideLayouts/slideLayout883.xml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7.xml"/><Relationship Id="rId13" Type="http://schemas.openxmlformats.org/officeDocument/2006/relationships/slideLayout" Target="../slideLayouts/slideLayout902.xml"/><Relationship Id="rId18" Type="http://schemas.openxmlformats.org/officeDocument/2006/relationships/slideLayout" Target="../slideLayouts/slideLayout907.xml"/><Relationship Id="rId3" Type="http://schemas.openxmlformats.org/officeDocument/2006/relationships/slideLayout" Target="../slideLayouts/slideLayout892.xml"/><Relationship Id="rId21" Type="http://schemas.openxmlformats.org/officeDocument/2006/relationships/theme" Target="../theme/theme51.xml"/><Relationship Id="rId7" Type="http://schemas.openxmlformats.org/officeDocument/2006/relationships/slideLayout" Target="../slideLayouts/slideLayout896.xml"/><Relationship Id="rId12" Type="http://schemas.openxmlformats.org/officeDocument/2006/relationships/slideLayout" Target="../slideLayouts/slideLayout901.xml"/><Relationship Id="rId17" Type="http://schemas.openxmlformats.org/officeDocument/2006/relationships/slideLayout" Target="../slideLayouts/slideLayout906.xml"/><Relationship Id="rId2" Type="http://schemas.openxmlformats.org/officeDocument/2006/relationships/slideLayout" Target="../slideLayouts/slideLayout891.xml"/><Relationship Id="rId16" Type="http://schemas.openxmlformats.org/officeDocument/2006/relationships/slideLayout" Target="../slideLayouts/slideLayout905.xml"/><Relationship Id="rId20" Type="http://schemas.openxmlformats.org/officeDocument/2006/relationships/slideLayout" Target="../slideLayouts/slideLayout909.xml"/><Relationship Id="rId1" Type="http://schemas.openxmlformats.org/officeDocument/2006/relationships/slideLayout" Target="../slideLayouts/slideLayout890.xml"/><Relationship Id="rId6" Type="http://schemas.openxmlformats.org/officeDocument/2006/relationships/slideLayout" Target="../slideLayouts/slideLayout895.xml"/><Relationship Id="rId11" Type="http://schemas.openxmlformats.org/officeDocument/2006/relationships/slideLayout" Target="../slideLayouts/slideLayout900.xml"/><Relationship Id="rId5" Type="http://schemas.openxmlformats.org/officeDocument/2006/relationships/slideLayout" Target="../slideLayouts/slideLayout894.xml"/><Relationship Id="rId15" Type="http://schemas.openxmlformats.org/officeDocument/2006/relationships/slideLayout" Target="../slideLayouts/slideLayout904.xml"/><Relationship Id="rId10" Type="http://schemas.openxmlformats.org/officeDocument/2006/relationships/slideLayout" Target="../slideLayouts/slideLayout899.xml"/><Relationship Id="rId19" Type="http://schemas.openxmlformats.org/officeDocument/2006/relationships/slideLayout" Target="../slideLayouts/slideLayout908.xml"/><Relationship Id="rId4" Type="http://schemas.openxmlformats.org/officeDocument/2006/relationships/slideLayout" Target="../slideLayouts/slideLayout893.xml"/><Relationship Id="rId9" Type="http://schemas.openxmlformats.org/officeDocument/2006/relationships/slideLayout" Target="../slideLayouts/slideLayout898.xml"/><Relationship Id="rId14" Type="http://schemas.openxmlformats.org/officeDocument/2006/relationships/slideLayout" Target="../slideLayouts/slideLayout903.xml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7.xml"/><Relationship Id="rId13" Type="http://schemas.openxmlformats.org/officeDocument/2006/relationships/slideLayout" Target="../slideLayouts/slideLayout922.xml"/><Relationship Id="rId18" Type="http://schemas.openxmlformats.org/officeDocument/2006/relationships/slideLayout" Target="../slideLayouts/slideLayout927.xml"/><Relationship Id="rId3" Type="http://schemas.openxmlformats.org/officeDocument/2006/relationships/slideLayout" Target="../slideLayouts/slideLayout912.xml"/><Relationship Id="rId21" Type="http://schemas.openxmlformats.org/officeDocument/2006/relationships/theme" Target="../theme/theme52.xml"/><Relationship Id="rId7" Type="http://schemas.openxmlformats.org/officeDocument/2006/relationships/slideLayout" Target="../slideLayouts/slideLayout916.xml"/><Relationship Id="rId12" Type="http://schemas.openxmlformats.org/officeDocument/2006/relationships/slideLayout" Target="../slideLayouts/slideLayout921.xml"/><Relationship Id="rId17" Type="http://schemas.openxmlformats.org/officeDocument/2006/relationships/slideLayout" Target="../slideLayouts/slideLayout926.xml"/><Relationship Id="rId2" Type="http://schemas.openxmlformats.org/officeDocument/2006/relationships/slideLayout" Target="../slideLayouts/slideLayout911.xml"/><Relationship Id="rId16" Type="http://schemas.openxmlformats.org/officeDocument/2006/relationships/slideLayout" Target="../slideLayouts/slideLayout925.xml"/><Relationship Id="rId20" Type="http://schemas.openxmlformats.org/officeDocument/2006/relationships/slideLayout" Target="../slideLayouts/slideLayout929.xml"/><Relationship Id="rId1" Type="http://schemas.openxmlformats.org/officeDocument/2006/relationships/slideLayout" Target="../slideLayouts/slideLayout910.xml"/><Relationship Id="rId6" Type="http://schemas.openxmlformats.org/officeDocument/2006/relationships/slideLayout" Target="../slideLayouts/slideLayout915.xml"/><Relationship Id="rId11" Type="http://schemas.openxmlformats.org/officeDocument/2006/relationships/slideLayout" Target="../slideLayouts/slideLayout920.xml"/><Relationship Id="rId5" Type="http://schemas.openxmlformats.org/officeDocument/2006/relationships/slideLayout" Target="../slideLayouts/slideLayout914.xml"/><Relationship Id="rId15" Type="http://schemas.openxmlformats.org/officeDocument/2006/relationships/slideLayout" Target="../slideLayouts/slideLayout924.xml"/><Relationship Id="rId10" Type="http://schemas.openxmlformats.org/officeDocument/2006/relationships/slideLayout" Target="../slideLayouts/slideLayout919.xml"/><Relationship Id="rId19" Type="http://schemas.openxmlformats.org/officeDocument/2006/relationships/slideLayout" Target="../slideLayouts/slideLayout928.xml"/><Relationship Id="rId4" Type="http://schemas.openxmlformats.org/officeDocument/2006/relationships/slideLayout" Target="../slideLayouts/slideLayout913.xml"/><Relationship Id="rId9" Type="http://schemas.openxmlformats.org/officeDocument/2006/relationships/slideLayout" Target="../slideLayouts/slideLayout918.xml"/><Relationship Id="rId14" Type="http://schemas.openxmlformats.org/officeDocument/2006/relationships/slideLayout" Target="../slideLayouts/slideLayout923.xml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7.xml"/><Relationship Id="rId13" Type="http://schemas.openxmlformats.org/officeDocument/2006/relationships/slideLayout" Target="../slideLayouts/slideLayout942.xml"/><Relationship Id="rId18" Type="http://schemas.openxmlformats.org/officeDocument/2006/relationships/slideLayout" Target="../slideLayouts/slideLayout947.xml"/><Relationship Id="rId3" Type="http://schemas.openxmlformats.org/officeDocument/2006/relationships/slideLayout" Target="../slideLayouts/slideLayout932.xml"/><Relationship Id="rId21" Type="http://schemas.openxmlformats.org/officeDocument/2006/relationships/theme" Target="../theme/theme53.xml"/><Relationship Id="rId7" Type="http://schemas.openxmlformats.org/officeDocument/2006/relationships/slideLayout" Target="../slideLayouts/slideLayout936.xml"/><Relationship Id="rId12" Type="http://schemas.openxmlformats.org/officeDocument/2006/relationships/slideLayout" Target="../slideLayouts/slideLayout941.xml"/><Relationship Id="rId17" Type="http://schemas.openxmlformats.org/officeDocument/2006/relationships/slideLayout" Target="../slideLayouts/slideLayout946.xml"/><Relationship Id="rId2" Type="http://schemas.openxmlformats.org/officeDocument/2006/relationships/slideLayout" Target="../slideLayouts/slideLayout931.xml"/><Relationship Id="rId16" Type="http://schemas.openxmlformats.org/officeDocument/2006/relationships/slideLayout" Target="../slideLayouts/slideLayout945.xml"/><Relationship Id="rId20" Type="http://schemas.openxmlformats.org/officeDocument/2006/relationships/slideLayout" Target="../slideLayouts/slideLayout949.xml"/><Relationship Id="rId1" Type="http://schemas.openxmlformats.org/officeDocument/2006/relationships/slideLayout" Target="../slideLayouts/slideLayout930.xml"/><Relationship Id="rId6" Type="http://schemas.openxmlformats.org/officeDocument/2006/relationships/slideLayout" Target="../slideLayouts/slideLayout935.xml"/><Relationship Id="rId11" Type="http://schemas.openxmlformats.org/officeDocument/2006/relationships/slideLayout" Target="../slideLayouts/slideLayout940.xml"/><Relationship Id="rId5" Type="http://schemas.openxmlformats.org/officeDocument/2006/relationships/slideLayout" Target="../slideLayouts/slideLayout934.xml"/><Relationship Id="rId15" Type="http://schemas.openxmlformats.org/officeDocument/2006/relationships/slideLayout" Target="../slideLayouts/slideLayout944.xml"/><Relationship Id="rId10" Type="http://schemas.openxmlformats.org/officeDocument/2006/relationships/slideLayout" Target="../slideLayouts/slideLayout939.xml"/><Relationship Id="rId19" Type="http://schemas.openxmlformats.org/officeDocument/2006/relationships/slideLayout" Target="../slideLayouts/slideLayout948.xml"/><Relationship Id="rId4" Type="http://schemas.openxmlformats.org/officeDocument/2006/relationships/slideLayout" Target="../slideLayouts/slideLayout933.xml"/><Relationship Id="rId9" Type="http://schemas.openxmlformats.org/officeDocument/2006/relationships/slideLayout" Target="../slideLayouts/slideLayout938.xml"/><Relationship Id="rId14" Type="http://schemas.openxmlformats.org/officeDocument/2006/relationships/slideLayout" Target="../slideLayouts/slideLayout943.xml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7.xml"/><Relationship Id="rId13" Type="http://schemas.openxmlformats.org/officeDocument/2006/relationships/slideLayout" Target="../slideLayouts/slideLayout962.xml"/><Relationship Id="rId18" Type="http://schemas.openxmlformats.org/officeDocument/2006/relationships/slideLayout" Target="../slideLayouts/slideLayout967.xml"/><Relationship Id="rId3" Type="http://schemas.openxmlformats.org/officeDocument/2006/relationships/slideLayout" Target="../slideLayouts/slideLayout952.xml"/><Relationship Id="rId21" Type="http://schemas.openxmlformats.org/officeDocument/2006/relationships/theme" Target="../theme/theme54.xml"/><Relationship Id="rId7" Type="http://schemas.openxmlformats.org/officeDocument/2006/relationships/slideLayout" Target="../slideLayouts/slideLayout956.xml"/><Relationship Id="rId12" Type="http://schemas.openxmlformats.org/officeDocument/2006/relationships/slideLayout" Target="../slideLayouts/slideLayout961.xml"/><Relationship Id="rId17" Type="http://schemas.openxmlformats.org/officeDocument/2006/relationships/slideLayout" Target="../slideLayouts/slideLayout966.xml"/><Relationship Id="rId2" Type="http://schemas.openxmlformats.org/officeDocument/2006/relationships/slideLayout" Target="../slideLayouts/slideLayout951.xml"/><Relationship Id="rId16" Type="http://schemas.openxmlformats.org/officeDocument/2006/relationships/slideLayout" Target="../slideLayouts/slideLayout965.xml"/><Relationship Id="rId20" Type="http://schemas.openxmlformats.org/officeDocument/2006/relationships/slideLayout" Target="../slideLayouts/slideLayout969.xml"/><Relationship Id="rId1" Type="http://schemas.openxmlformats.org/officeDocument/2006/relationships/slideLayout" Target="../slideLayouts/slideLayout950.xml"/><Relationship Id="rId6" Type="http://schemas.openxmlformats.org/officeDocument/2006/relationships/slideLayout" Target="../slideLayouts/slideLayout955.xml"/><Relationship Id="rId11" Type="http://schemas.openxmlformats.org/officeDocument/2006/relationships/slideLayout" Target="../slideLayouts/slideLayout960.xml"/><Relationship Id="rId5" Type="http://schemas.openxmlformats.org/officeDocument/2006/relationships/slideLayout" Target="../slideLayouts/slideLayout954.xml"/><Relationship Id="rId15" Type="http://schemas.openxmlformats.org/officeDocument/2006/relationships/slideLayout" Target="../slideLayouts/slideLayout964.xml"/><Relationship Id="rId10" Type="http://schemas.openxmlformats.org/officeDocument/2006/relationships/slideLayout" Target="../slideLayouts/slideLayout959.xml"/><Relationship Id="rId19" Type="http://schemas.openxmlformats.org/officeDocument/2006/relationships/slideLayout" Target="../slideLayouts/slideLayout968.xml"/><Relationship Id="rId4" Type="http://schemas.openxmlformats.org/officeDocument/2006/relationships/slideLayout" Target="../slideLayouts/slideLayout953.xml"/><Relationship Id="rId9" Type="http://schemas.openxmlformats.org/officeDocument/2006/relationships/slideLayout" Target="../slideLayouts/slideLayout958.xml"/><Relationship Id="rId14" Type="http://schemas.openxmlformats.org/officeDocument/2006/relationships/slideLayout" Target="../slideLayouts/slideLayout963.xml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7.xml"/><Relationship Id="rId13" Type="http://schemas.openxmlformats.org/officeDocument/2006/relationships/slideLayout" Target="../slideLayouts/slideLayout982.xml"/><Relationship Id="rId18" Type="http://schemas.openxmlformats.org/officeDocument/2006/relationships/slideLayout" Target="../slideLayouts/slideLayout987.xml"/><Relationship Id="rId3" Type="http://schemas.openxmlformats.org/officeDocument/2006/relationships/slideLayout" Target="../slideLayouts/slideLayout972.xml"/><Relationship Id="rId21" Type="http://schemas.openxmlformats.org/officeDocument/2006/relationships/theme" Target="../theme/theme55.xml"/><Relationship Id="rId7" Type="http://schemas.openxmlformats.org/officeDocument/2006/relationships/slideLayout" Target="../slideLayouts/slideLayout976.xml"/><Relationship Id="rId12" Type="http://schemas.openxmlformats.org/officeDocument/2006/relationships/slideLayout" Target="../slideLayouts/slideLayout981.xml"/><Relationship Id="rId17" Type="http://schemas.openxmlformats.org/officeDocument/2006/relationships/slideLayout" Target="../slideLayouts/slideLayout986.xml"/><Relationship Id="rId2" Type="http://schemas.openxmlformats.org/officeDocument/2006/relationships/slideLayout" Target="../slideLayouts/slideLayout971.xml"/><Relationship Id="rId16" Type="http://schemas.openxmlformats.org/officeDocument/2006/relationships/slideLayout" Target="../slideLayouts/slideLayout985.xml"/><Relationship Id="rId20" Type="http://schemas.openxmlformats.org/officeDocument/2006/relationships/slideLayout" Target="../slideLayouts/slideLayout989.xml"/><Relationship Id="rId1" Type="http://schemas.openxmlformats.org/officeDocument/2006/relationships/slideLayout" Target="../slideLayouts/slideLayout970.xml"/><Relationship Id="rId6" Type="http://schemas.openxmlformats.org/officeDocument/2006/relationships/slideLayout" Target="../slideLayouts/slideLayout975.xml"/><Relationship Id="rId11" Type="http://schemas.openxmlformats.org/officeDocument/2006/relationships/slideLayout" Target="../slideLayouts/slideLayout980.xml"/><Relationship Id="rId5" Type="http://schemas.openxmlformats.org/officeDocument/2006/relationships/slideLayout" Target="../slideLayouts/slideLayout974.xml"/><Relationship Id="rId15" Type="http://schemas.openxmlformats.org/officeDocument/2006/relationships/slideLayout" Target="../slideLayouts/slideLayout984.xml"/><Relationship Id="rId10" Type="http://schemas.openxmlformats.org/officeDocument/2006/relationships/slideLayout" Target="../slideLayouts/slideLayout979.xml"/><Relationship Id="rId19" Type="http://schemas.openxmlformats.org/officeDocument/2006/relationships/slideLayout" Target="../slideLayouts/slideLayout988.xml"/><Relationship Id="rId4" Type="http://schemas.openxmlformats.org/officeDocument/2006/relationships/slideLayout" Target="../slideLayouts/slideLayout973.xml"/><Relationship Id="rId9" Type="http://schemas.openxmlformats.org/officeDocument/2006/relationships/slideLayout" Target="../slideLayouts/slideLayout978.xml"/><Relationship Id="rId14" Type="http://schemas.openxmlformats.org/officeDocument/2006/relationships/slideLayout" Target="../slideLayouts/slideLayout983.xml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7.xml"/><Relationship Id="rId13" Type="http://schemas.openxmlformats.org/officeDocument/2006/relationships/slideLayout" Target="../slideLayouts/slideLayout1002.xml"/><Relationship Id="rId18" Type="http://schemas.openxmlformats.org/officeDocument/2006/relationships/slideLayout" Target="../slideLayouts/slideLayout1007.xml"/><Relationship Id="rId3" Type="http://schemas.openxmlformats.org/officeDocument/2006/relationships/slideLayout" Target="../slideLayouts/slideLayout992.xml"/><Relationship Id="rId21" Type="http://schemas.openxmlformats.org/officeDocument/2006/relationships/theme" Target="../theme/theme56.xml"/><Relationship Id="rId7" Type="http://schemas.openxmlformats.org/officeDocument/2006/relationships/slideLayout" Target="../slideLayouts/slideLayout996.xml"/><Relationship Id="rId12" Type="http://schemas.openxmlformats.org/officeDocument/2006/relationships/slideLayout" Target="../slideLayouts/slideLayout1001.xml"/><Relationship Id="rId17" Type="http://schemas.openxmlformats.org/officeDocument/2006/relationships/slideLayout" Target="../slideLayouts/slideLayout1006.xml"/><Relationship Id="rId2" Type="http://schemas.openxmlformats.org/officeDocument/2006/relationships/slideLayout" Target="../slideLayouts/slideLayout991.xml"/><Relationship Id="rId16" Type="http://schemas.openxmlformats.org/officeDocument/2006/relationships/slideLayout" Target="../slideLayouts/slideLayout1005.xml"/><Relationship Id="rId20" Type="http://schemas.openxmlformats.org/officeDocument/2006/relationships/slideLayout" Target="../slideLayouts/slideLayout1009.xml"/><Relationship Id="rId1" Type="http://schemas.openxmlformats.org/officeDocument/2006/relationships/slideLayout" Target="../slideLayouts/slideLayout990.xml"/><Relationship Id="rId6" Type="http://schemas.openxmlformats.org/officeDocument/2006/relationships/slideLayout" Target="../slideLayouts/slideLayout995.xml"/><Relationship Id="rId11" Type="http://schemas.openxmlformats.org/officeDocument/2006/relationships/slideLayout" Target="../slideLayouts/slideLayout1000.xml"/><Relationship Id="rId5" Type="http://schemas.openxmlformats.org/officeDocument/2006/relationships/slideLayout" Target="../slideLayouts/slideLayout994.xml"/><Relationship Id="rId15" Type="http://schemas.openxmlformats.org/officeDocument/2006/relationships/slideLayout" Target="../slideLayouts/slideLayout1004.xml"/><Relationship Id="rId10" Type="http://schemas.openxmlformats.org/officeDocument/2006/relationships/slideLayout" Target="../slideLayouts/slideLayout999.xml"/><Relationship Id="rId19" Type="http://schemas.openxmlformats.org/officeDocument/2006/relationships/slideLayout" Target="../slideLayouts/slideLayout1008.xml"/><Relationship Id="rId4" Type="http://schemas.openxmlformats.org/officeDocument/2006/relationships/slideLayout" Target="../slideLayouts/slideLayout993.xml"/><Relationship Id="rId9" Type="http://schemas.openxmlformats.org/officeDocument/2006/relationships/slideLayout" Target="../slideLayouts/slideLayout998.xml"/><Relationship Id="rId14" Type="http://schemas.openxmlformats.org/officeDocument/2006/relationships/slideLayout" Target="../slideLayouts/slideLayout10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5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6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5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4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22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0752138" y="5432425"/>
            <a:ext cx="1439862" cy="1425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74"/>
          <p:cNvPicPr>
            <a:picLocks noChangeAspect="1"/>
          </p:cNvPicPr>
          <p:nvPr userDrawn="1"/>
        </p:nvPicPr>
        <p:blipFill>
          <a:blip r:embed="rId3"/>
          <a:srcRect t="38773"/>
          <a:stretch>
            <a:fillRect/>
          </a:stretch>
        </p:blipFill>
        <p:spPr>
          <a:xfrm>
            <a:off x="0" y="0"/>
            <a:ext cx="1019175" cy="11731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  <p:sldLayoutId id="214748380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  <p:sldLayoutId id="2147483870" r:id="rId18"/>
    <p:sldLayoutId id="2147483871" r:id="rId19"/>
    <p:sldLayoutId id="2147483872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  <p:sldLayoutId id="2147483891" r:id="rId18"/>
    <p:sldLayoutId id="2147483892" r:id="rId19"/>
    <p:sldLayoutId id="2147483893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  <p:sldLayoutId id="2147483933" r:id="rId18"/>
    <p:sldLayoutId id="2147483934" r:id="rId19"/>
    <p:sldLayoutId id="214748393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  <p:sldLayoutId id="2147483954" r:id="rId18"/>
    <p:sldLayoutId id="2147483955" r:id="rId19"/>
    <p:sldLayoutId id="214748395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  <p:sldLayoutId id="2147483975" r:id="rId18"/>
    <p:sldLayoutId id="2147483976" r:id="rId19"/>
    <p:sldLayoutId id="21474839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2" r:id="rId14"/>
    <p:sldLayoutId id="2147483993" r:id="rId15"/>
    <p:sldLayoutId id="2147483994" r:id="rId16"/>
    <p:sldLayoutId id="2147483995" r:id="rId17"/>
    <p:sldLayoutId id="2147483996" r:id="rId18"/>
    <p:sldLayoutId id="2147483997" r:id="rId19"/>
    <p:sldLayoutId id="21474839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  <p:sldLayoutId id="2147484017" r:id="rId18"/>
    <p:sldLayoutId id="2147484018" r:id="rId19"/>
    <p:sldLayoutId id="214748401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  <p:sldLayoutId id="2147484036" r:id="rId16"/>
    <p:sldLayoutId id="2147484037" r:id="rId17"/>
    <p:sldLayoutId id="2147484038" r:id="rId18"/>
    <p:sldLayoutId id="2147484039" r:id="rId19"/>
    <p:sldLayoutId id="214748404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  <p:sldLayoutId id="2147484053" r:id="rId12"/>
    <p:sldLayoutId id="2147484054" r:id="rId13"/>
    <p:sldLayoutId id="2147484055" r:id="rId14"/>
    <p:sldLayoutId id="2147484056" r:id="rId15"/>
    <p:sldLayoutId id="2147484057" r:id="rId16"/>
    <p:sldLayoutId id="2147484058" r:id="rId17"/>
    <p:sldLayoutId id="2147484059" r:id="rId18"/>
    <p:sldLayoutId id="2147484060" r:id="rId19"/>
    <p:sldLayoutId id="214748406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  <p:sldLayoutId id="2147484075" r:id="rId13"/>
    <p:sldLayoutId id="2147484076" r:id="rId14"/>
    <p:sldLayoutId id="2147484077" r:id="rId15"/>
    <p:sldLayoutId id="2147484078" r:id="rId16"/>
    <p:sldLayoutId id="2147484079" r:id="rId17"/>
    <p:sldLayoutId id="2147484080" r:id="rId18"/>
    <p:sldLayoutId id="2147484081" r:id="rId19"/>
    <p:sldLayoutId id="2147484082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  <p:sldLayoutId id="2147484100" r:id="rId17"/>
    <p:sldLayoutId id="2147484101" r:id="rId18"/>
    <p:sldLayoutId id="2147484102" r:id="rId19"/>
    <p:sldLayoutId id="2147484103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  <p:sldLayoutId id="2147484116" r:id="rId12"/>
    <p:sldLayoutId id="2147484117" r:id="rId13"/>
    <p:sldLayoutId id="2147484118" r:id="rId14"/>
    <p:sldLayoutId id="2147484119" r:id="rId15"/>
    <p:sldLayoutId id="2147484120" r:id="rId16"/>
    <p:sldLayoutId id="2147484121" r:id="rId17"/>
    <p:sldLayoutId id="2147484122" r:id="rId18"/>
    <p:sldLayoutId id="2147484123" r:id="rId19"/>
    <p:sldLayoutId id="214748412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  <p:sldLayoutId id="2147484140" r:id="rId15"/>
    <p:sldLayoutId id="2147484141" r:id="rId16"/>
    <p:sldLayoutId id="2147484142" r:id="rId17"/>
    <p:sldLayoutId id="2147484143" r:id="rId18"/>
    <p:sldLayoutId id="2147484144" r:id="rId19"/>
    <p:sldLayoutId id="214748414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  <p:sldLayoutId id="2147484158" r:id="rId12"/>
    <p:sldLayoutId id="2147484159" r:id="rId13"/>
    <p:sldLayoutId id="2147484160" r:id="rId14"/>
    <p:sldLayoutId id="2147484161" r:id="rId15"/>
    <p:sldLayoutId id="2147484162" r:id="rId16"/>
    <p:sldLayoutId id="2147484163" r:id="rId17"/>
    <p:sldLayoutId id="2147484164" r:id="rId18"/>
    <p:sldLayoutId id="2147484165" r:id="rId19"/>
    <p:sldLayoutId id="214748416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  <p:sldLayoutId id="2147484176" r:id="rId9"/>
    <p:sldLayoutId id="2147484177" r:id="rId10"/>
    <p:sldLayoutId id="2147484178" r:id="rId11"/>
    <p:sldLayoutId id="2147484179" r:id="rId12"/>
    <p:sldLayoutId id="2147484180" r:id="rId13"/>
    <p:sldLayoutId id="2147484181" r:id="rId14"/>
    <p:sldLayoutId id="2147484182" r:id="rId15"/>
    <p:sldLayoutId id="2147484183" r:id="rId16"/>
    <p:sldLayoutId id="2147484184" r:id="rId17"/>
    <p:sldLayoutId id="2147484185" r:id="rId18"/>
    <p:sldLayoutId id="2147484186" r:id="rId19"/>
    <p:sldLayoutId id="214748418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  <p:sldLayoutId id="2147484242" r:id="rId12"/>
    <p:sldLayoutId id="2147484243" r:id="rId13"/>
    <p:sldLayoutId id="2147484244" r:id="rId14"/>
    <p:sldLayoutId id="2147484245" r:id="rId15"/>
    <p:sldLayoutId id="2147484246" r:id="rId16"/>
    <p:sldLayoutId id="2147484247" r:id="rId17"/>
    <p:sldLayoutId id="2147484248" r:id="rId18"/>
    <p:sldLayoutId id="2147484249" r:id="rId19"/>
    <p:sldLayoutId id="214748425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  <p:sldLayoutId id="2147484263" r:id="rId12"/>
    <p:sldLayoutId id="2147484264" r:id="rId13"/>
    <p:sldLayoutId id="2147484265" r:id="rId14"/>
    <p:sldLayoutId id="2147484266" r:id="rId15"/>
    <p:sldLayoutId id="2147484267" r:id="rId16"/>
    <p:sldLayoutId id="2147484268" r:id="rId17"/>
    <p:sldLayoutId id="2147484269" r:id="rId18"/>
    <p:sldLayoutId id="2147484270" r:id="rId19"/>
    <p:sldLayoutId id="214748427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  <p:sldLayoutId id="2147484284" r:id="rId12"/>
    <p:sldLayoutId id="2147484285" r:id="rId13"/>
    <p:sldLayoutId id="2147484286" r:id="rId14"/>
    <p:sldLayoutId id="2147484287" r:id="rId15"/>
    <p:sldLayoutId id="2147484288" r:id="rId16"/>
    <p:sldLayoutId id="2147484289" r:id="rId17"/>
    <p:sldLayoutId id="2147484290" r:id="rId18"/>
    <p:sldLayoutId id="2147484291" r:id="rId19"/>
    <p:sldLayoutId id="2147484292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4" r:id="rId1"/>
    <p:sldLayoutId id="2147484295" r:id="rId2"/>
    <p:sldLayoutId id="2147484296" r:id="rId3"/>
    <p:sldLayoutId id="2147484297" r:id="rId4"/>
    <p:sldLayoutId id="2147484298" r:id="rId5"/>
    <p:sldLayoutId id="2147484299" r:id="rId6"/>
    <p:sldLayoutId id="2147484300" r:id="rId7"/>
    <p:sldLayoutId id="2147484301" r:id="rId8"/>
    <p:sldLayoutId id="2147484302" r:id="rId9"/>
    <p:sldLayoutId id="2147484303" r:id="rId10"/>
    <p:sldLayoutId id="2147484304" r:id="rId11"/>
    <p:sldLayoutId id="2147484305" r:id="rId12"/>
    <p:sldLayoutId id="2147484306" r:id="rId13"/>
    <p:sldLayoutId id="2147484307" r:id="rId14"/>
    <p:sldLayoutId id="2147484308" r:id="rId15"/>
    <p:sldLayoutId id="2147484309" r:id="rId16"/>
    <p:sldLayoutId id="2147484310" r:id="rId17"/>
    <p:sldLayoutId id="2147484311" r:id="rId18"/>
    <p:sldLayoutId id="2147484312" r:id="rId19"/>
    <p:sldLayoutId id="2147484313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19" r:id="rId5"/>
    <p:sldLayoutId id="2147484320" r:id="rId6"/>
    <p:sldLayoutId id="2147484321" r:id="rId7"/>
    <p:sldLayoutId id="2147484322" r:id="rId8"/>
    <p:sldLayoutId id="2147484323" r:id="rId9"/>
    <p:sldLayoutId id="2147484324" r:id="rId10"/>
    <p:sldLayoutId id="2147484325" r:id="rId11"/>
    <p:sldLayoutId id="2147484326" r:id="rId12"/>
    <p:sldLayoutId id="2147484327" r:id="rId13"/>
    <p:sldLayoutId id="2147484328" r:id="rId14"/>
    <p:sldLayoutId id="2147484329" r:id="rId15"/>
    <p:sldLayoutId id="2147484330" r:id="rId16"/>
    <p:sldLayoutId id="2147484331" r:id="rId17"/>
    <p:sldLayoutId id="2147484332" r:id="rId18"/>
    <p:sldLayoutId id="2147484333" r:id="rId19"/>
    <p:sldLayoutId id="214748433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6" r:id="rId1"/>
    <p:sldLayoutId id="2147484337" r:id="rId2"/>
    <p:sldLayoutId id="2147484338" r:id="rId3"/>
    <p:sldLayoutId id="2147484339" r:id="rId4"/>
    <p:sldLayoutId id="2147484340" r:id="rId5"/>
    <p:sldLayoutId id="2147484341" r:id="rId6"/>
    <p:sldLayoutId id="2147484342" r:id="rId7"/>
    <p:sldLayoutId id="2147484343" r:id="rId8"/>
    <p:sldLayoutId id="2147484344" r:id="rId9"/>
    <p:sldLayoutId id="2147484345" r:id="rId10"/>
    <p:sldLayoutId id="2147484346" r:id="rId11"/>
    <p:sldLayoutId id="2147484347" r:id="rId12"/>
    <p:sldLayoutId id="2147484348" r:id="rId13"/>
    <p:sldLayoutId id="2147484349" r:id="rId14"/>
    <p:sldLayoutId id="2147484350" r:id="rId15"/>
    <p:sldLayoutId id="2147484351" r:id="rId16"/>
    <p:sldLayoutId id="2147484352" r:id="rId17"/>
    <p:sldLayoutId id="2147484353" r:id="rId18"/>
    <p:sldLayoutId id="2147484354" r:id="rId19"/>
    <p:sldLayoutId id="214748435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  <p:sldLayoutId id="2147484368" r:id="rId12"/>
    <p:sldLayoutId id="2147484369" r:id="rId13"/>
    <p:sldLayoutId id="2147484370" r:id="rId14"/>
    <p:sldLayoutId id="2147484371" r:id="rId15"/>
    <p:sldLayoutId id="2147484372" r:id="rId16"/>
    <p:sldLayoutId id="2147484373" r:id="rId17"/>
    <p:sldLayoutId id="2147484374" r:id="rId18"/>
    <p:sldLayoutId id="2147484375" r:id="rId19"/>
    <p:sldLayoutId id="214748437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8" r:id="rId1"/>
    <p:sldLayoutId id="2147484379" r:id="rId2"/>
    <p:sldLayoutId id="2147484380" r:id="rId3"/>
    <p:sldLayoutId id="2147484381" r:id="rId4"/>
    <p:sldLayoutId id="2147484382" r:id="rId5"/>
    <p:sldLayoutId id="2147484383" r:id="rId6"/>
    <p:sldLayoutId id="2147484384" r:id="rId7"/>
    <p:sldLayoutId id="2147484385" r:id="rId8"/>
    <p:sldLayoutId id="2147484386" r:id="rId9"/>
    <p:sldLayoutId id="2147484387" r:id="rId10"/>
    <p:sldLayoutId id="2147484388" r:id="rId11"/>
    <p:sldLayoutId id="2147484389" r:id="rId12"/>
    <p:sldLayoutId id="2147484390" r:id="rId13"/>
    <p:sldLayoutId id="2147484391" r:id="rId14"/>
    <p:sldLayoutId id="2147484392" r:id="rId15"/>
    <p:sldLayoutId id="2147484393" r:id="rId16"/>
    <p:sldLayoutId id="2147484394" r:id="rId17"/>
    <p:sldLayoutId id="2147484395" r:id="rId18"/>
    <p:sldLayoutId id="2147484396" r:id="rId19"/>
    <p:sldLayoutId id="214748439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  <p:sldLayoutId id="2147484410" r:id="rId12"/>
    <p:sldLayoutId id="2147484411" r:id="rId13"/>
    <p:sldLayoutId id="2147484412" r:id="rId14"/>
    <p:sldLayoutId id="2147484413" r:id="rId15"/>
    <p:sldLayoutId id="2147484414" r:id="rId16"/>
    <p:sldLayoutId id="2147484415" r:id="rId17"/>
    <p:sldLayoutId id="2147484416" r:id="rId18"/>
    <p:sldLayoutId id="2147484417" r:id="rId19"/>
    <p:sldLayoutId id="214748441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  <p:sldLayoutId id="2147484422" r:id="rId3"/>
    <p:sldLayoutId id="2147484423" r:id="rId4"/>
    <p:sldLayoutId id="2147484424" r:id="rId5"/>
    <p:sldLayoutId id="2147484425" r:id="rId6"/>
    <p:sldLayoutId id="2147484426" r:id="rId7"/>
    <p:sldLayoutId id="2147484427" r:id="rId8"/>
    <p:sldLayoutId id="2147484428" r:id="rId9"/>
    <p:sldLayoutId id="2147484429" r:id="rId10"/>
    <p:sldLayoutId id="2147484430" r:id="rId11"/>
    <p:sldLayoutId id="2147484431" r:id="rId12"/>
    <p:sldLayoutId id="2147484432" r:id="rId13"/>
    <p:sldLayoutId id="2147484433" r:id="rId14"/>
    <p:sldLayoutId id="2147484434" r:id="rId15"/>
    <p:sldLayoutId id="2147484435" r:id="rId16"/>
    <p:sldLayoutId id="2147484436" r:id="rId17"/>
    <p:sldLayoutId id="2147484437" r:id="rId18"/>
    <p:sldLayoutId id="2147484438" r:id="rId19"/>
    <p:sldLayoutId id="214748443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  <p:sldLayoutId id="2147484452" r:id="rId12"/>
    <p:sldLayoutId id="2147484453" r:id="rId13"/>
    <p:sldLayoutId id="2147484454" r:id="rId14"/>
    <p:sldLayoutId id="2147484455" r:id="rId15"/>
    <p:sldLayoutId id="2147484456" r:id="rId16"/>
    <p:sldLayoutId id="2147484457" r:id="rId17"/>
    <p:sldLayoutId id="2147484458" r:id="rId18"/>
    <p:sldLayoutId id="2147484459" r:id="rId19"/>
    <p:sldLayoutId id="214748446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  <p:sldLayoutId id="2147484469" r:id="rId8"/>
    <p:sldLayoutId id="2147484470" r:id="rId9"/>
    <p:sldLayoutId id="2147484471" r:id="rId10"/>
    <p:sldLayoutId id="2147484472" r:id="rId11"/>
    <p:sldLayoutId id="2147484473" r:id="rId12"/>
    <p:sldLayoutId id="2147484474" r:id="rId13"/>
    <p:sldLayoutId id="2147484475" r:id="rId14"/>
    <p:sldLayoutId id="2147484476" r:id="rId15"/>
    <p:sldLayoutId id="2147484477" r:id="rId16"/>
    <p:sldLayoutId id="2147484478" r:id="rId17"/>
    <p:sldLayoutId id="2147484479" r:id="rId18"/>
    <p:sldLayoutId id="2147484480" r:id="rId19"/>
    <p:sldLayoutId id="214748448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3" r:id="rId1"/>
    <p:sldLayoutId id="2147484484" r:id="rId2"/>
    <p:sldLayoutId id="2147484485" r:id="rId3"/>
    <p:sldLayoutId id="2147484486" r:id="rId4"/>
    <p:sldLayoutId id="2147484487" r:id="rId5"/>
    <p:sldLayoutId id="2147484488" r:id="rId6"/>
    <p:sldLayoutId id="2147484489" r:id="rId7"/>
    <p:sldLayoutId id="2147484490" r:id="rId8"/>
    <p:sldLayoutId id="2147484491" r:id="rId9"/>
    <p:sldLayoutId id="2147484492" r:id="rId10"/>
    <p:sldLayoutId id="2147484493" r:id="rId11"/>
    <p:sldLayoutId id="2147484494" r:id="rId12"/>
    <p:sldLayoutId id="2147484495" r:id="rId13"/>
    <p:sldLayoutId id="2147484496" r:id="rId14"/>
    <p:sldLayoutId id="2147484497" r:id="rId15"/>
    <p:sldLayoutId id="2147484498" r:id="rId16"/>
    <p:sldLayoutId id="2147484499" r:id="rId17"/>
    <p:sldLayoutId id="2147484500" r:id="rId18"/>
    <p:sldLayoutId id="2147484501" r:id="rId19"/>
    <p:sldLayoutId id="2147484502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  <p:sldLayoutId id="2147484506" r:id="rId3"/>
    <p:sldLayoutId id="2147484507" r:id="rId4"/>
    <p:sldLayoutId id="2147484508" r:id="rId5"/>
    <p:sldLayoutId id="2147484509" r:id="rId6"/>
    <p:sldLayoutId id="2147484510" r:id="rId7"/>
    <p:sldLayoutId id="2147484511" r:id="rId8"/>
    <p:sldLayoutId id="2147484512" r:id="rId9"/>
    <p:sldLayoutId id="2147484513" r:id="rId10"/>
    <p:sldLayoutId id="2147484514" r:id="rId11"/>
    <p:sldLayoutId id="2147484515" r:id="rId12"/>
    <p:sldLayoutId id="2147484516" r:id="rId13"/>
    <p:sldLayoutId id="2147484517" r:id="rId14"/>
    <p:sldLayoutId id="2147484518" r:id="rId15"/>
    <p:sldLayoutId id="2147484519" r:id="rId16"/>
    <p:sldLayoutId id="2147484520" r:id="rId17"/>
    <p:sldLayoutId id="2147484521" r:id="rId18"/>
    <p:sldLayoutId id="2147484522" r:id="rId19"/>
    <p:sldLayoutId id="2147484523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5" r:id="rId1"/>
    <p:sldLayoutId id="2147484526" r:id="rId2"/>
    <p:sldLayoutId id="2147484527" r:id="rId3"/>
    <p:sldLayoutId id="2147484528" r:id="rId4"/>
    <p:sldLayoutId id="2147484529" r:id="rId5"/>
    <p:sldLayoutId id="2147484530" r:id="rId6"/>
    <p:sldLayoutId id="2147484531" r:id="rId7"/>
    <p:sldLayoutId id="2147484532" r:id="rId8"/>
    <p:sldLayoutId id="2147484533" r:id="rId9"/>
    <p:sldLayoutId id="2147484534" r:id="rId10"/>
    <p:sldLayoutId id="2147484535" r:id="rId11"/>
    <p:sldLayoutId id="2147484536" r:id="rId12"/>
    <p:sldLayoutId id="2147484537" r:id="rId13"/>
    <p:sldLayoutId id="2147484538" r:id="rId14"/>
    <p:sldLayoutId id="2147484539" r:id="rId15"/>
    <p:sldLayoutId id="2147484540" r:id="rId16"/>
    <p:sldLayoutId id="2147484541" r:id="rId17"/>
    <p:sldLayoutId id="2147484542" r:id="rId18"/>
    <p:sldLayoutId id="2147484543" r:id="rId19"/>
    <p:sldLayoutId id="214748454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6" r:id="rId1"/>
    <p:sldLayoutId id="2147484547" r:id="rId2"/>
    <p:sldLayoutId id="2147484548" r:id="rId3"/>
    <p:sldLayoutId id="2147484549" r:id="rId4"/>
    <p:sldLayoutId id="2147484550" r:id="rId5"/>
    <p:sldLayoutId id="2147484551" r:id="rId6"/>
    <p:sldLayoutId id="2147484552" r:id="rId7"/>
    <p:sldLayoutId id="2147484553" r:id="rId8"/>
    <p:sldLayoutId id="2147484554" r:id="rId9"/>
    <p:sldLayoutId id="2147484555" r:id="rId10"/>
    <p:sldLayoutId id="2147484556" r:id="rId11"/>
    <p:sldLayoutId id="2147484557" r:id="rId12"/>
    <p:sldLayoutId id="2147484558" r:id="rId13"/>
    <p:sldLayoutId id="2147484559" r:id="rId14"/>
    <p:sldLayoutId id="2147484560" r:id="rId15"/>
    <p:sldLayoutId id="2147484561" r:id="rId16"/>
    <p:sldLayoutId id="2147484562" r:id="rId17"/>
    <p:sldLayoutId id="2147484563" r:id="rId18"/>
    <p:sldLayoutId id="2147484564" r:id="rId19"/>
    <p:sldLayoutId id="214748456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74" r:id="rId8"/>
    <p:sldLayoutId id="2147484575" r:id="rId9"/>
    <p:sldLayoutId id="2147484576" r:id="rId10"/>
    <p:sldLayoutId id="2147484577" r:id="rId11"/>
    <p:sldLayoutId id="2147484578" r:id="rId12"/>
    <p:sldLayoutId id="2147484579" r:id="rId13"/>
    <p:sldLayoutId id="2147484580" r:id="rId14"/>
    <p:sldLayoutId id="2147484581" r:id="rId15"/>
    <p:sldLayoutId id="2147484582" r:id="rId16"/>
    <p:sldLayoutId id="2147484583" r:id="rId17"/>
    <p:sldLayoutId id="2147484584" r:id="rId18"/>
    <p:sldLayoutId id="2147484585" r:id="rId19"/>
    <p:sldLayoutId id="2147484586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8" r:id="rId1"/>
    <p:sldLayoutId id="2147484589" r:id="rId2"/>
    <p:sldLayoutId id="2147484590" r:id="rId3"/>
    <p:sldLayoutId id="2147484591" r:id="rId4"/>
    <p:sldLayoutId id="2147484592" r:id="rId5"/>
    <p:sldLayoutId id="2147484593" r:id="rId6"/>
    <p:sldLayoutId id="2147484594" r:id="rId7"/>
    <p:sldLayoutId id="2147484595" r:id="rId8"/>
    <p:sldLayoutId id="2147484596" r:id="rId9"/>
    <p:sldLayoutId id="2147484597" r:id="rId10"/>
    <p:sldLayoutId id="2147484598" r:id="rId11"/>
    <p:sldLayoutId id="2147484599" r:id="rId12"/>
    <p:sldLayoutId id="2147484600" r:id="rId13"/>
    <p:sldLayoutId id="2147484601" r:id="rId14"/>
    <p:sldLayoutId id="2147484602" r:id="rId15"/>
    <p:sldLayoutId id="2147484603" r:id="rId16"/>
    <p:sldLayoutId id="2147484604" r:id="rId17"/>
    <p:sldLayoutId id="2147484605" r:id="rId18"/>
    <p:sldLayoutId id="2147484606" r:id="rId19"/>
    <p:sldLayoutId id="214748460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10" r:id="rId2"/>
    <p:sldLayoutId id="2147484611" r:id="rId3"/>
    <p:sldLayoutId id="2147484612" r:id="rId4"/>
    <p:sldLayoutId id="2147484613" r:id="rId5"/>
    <p:sldLayoutId id="2147484614" r:id="rId6"/>
    <p:sldLayoutId id="2147484615" r:id="rId7"/>
    <p:sldLayoutId id="2147484616" r:id="rId8"/>
    <p:sldLayoutId id="2147484617" r:id="rId9"/>
    <p:sldLayoutId id="2147484618" r:id="rId10"/>
    <p:sldLayoutId id="2147484619" r:id="rId11"/>
    <p:sldLayoutId id="2147484620" r:id="rId12"/>
    <p:sldLayoutId id="2147484621" r:id="rId13"/>
    <p:sldLayoutId id="2147484622" r:id="rId14"/>
    <p:sldLayoutId id="2147484623" r:id="rId15"/>
    <p:sldLayoutId id="2147484624" r:id="rId16"/>
    <p:sldLayoutId id="2147484625" r:id="rId17"/>
    <p:sldLayoutId id="2147484626" r:id="rId18"/>
    <p:sldLayoutId id="2147484627" r:id="rId19"/>
    <p:sldLayoutId id="214748462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  <p:sldLayoutId id="2147484632" r:id="rId3"/>
    <p:sldLayoutId id="2147484633" r:id="rId4"/>
    <p:sldLayoutId id="2147484634" r:id="rId5"/>
    <p:sldLayoutId id="2147484635" r:id="rId6"/>
    <p:sldLayoutId id="2147484636" r:id="rId7"/>
    <p:sldLayoutId id="2147484637" r:id="rId8"/>
    <p:sldLayoutId id="2147484638" r:id="rId9"/>
    <p:sldLayoutId id="2147484639" r:id="rId10"/>
    <p:sldLayoutId id="2147484640" r:id="rId11"/>
    <p:sldLayoutId id="2147484641" r:id="rId12"/>
    <p:sldLayoutId id="2147484642" r:id="rId13"/>
    <p:sldLayoutId id="2147484643" r:id="rId14"/>
    <p:sldLayoutId id="2147484644" r:id="rId15"/>
    <p:sldLayoutId id="2147484645" r:id="rId16"/>
    <p:sldLayoutId id="2147484646" r:id="rId17"/>
    <p:sldLayoutId id="2147484647" r:id="rId18"/>
    <p:sldLayoutId id="2147484648" r:id="rId19"/>
    <p:sldLayoutId id="214748464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1" r:id="rId1"/>
    <p:sldLayoutId id="2147484652" r:id="rId2"/>
    <p:sldLayoutId id="2147484653" r:id="rId3"/>
    <p:sldLayoutId id="2147484654" r:id="rId4"/>
    <p:sldLayoutId id="2147484655" r:id="rId5"/>
    <p:sldLayoutId id="2147484656" r:id="rId6"/>
    <p:sldLayoutId id="2147484657" r:id="rId7"/>
    <p:sldLayoutId id="2147484658" r:id="rId8"/>
    <p:sldLayoutId id="2147484659" r:id="rId9"/>
    <p:sldLayoutId id="2147484660" r:id="rId10"/>
    <p:sldLayoutId id="2147484661" r:id="rId11"/>
    <p:sldLayoutId id="2147484662" r:id="rId12"/>
    <p:sldLayoutId id="2147484663" r:id="rId13"/>
    <p:sldLayoutId id="2147484664" r:id="rId14"/>
    <p:sldLayoutId id="2147484665" r:id="rId15"/>
    <p:sldLayoutId id="2147484666" r:id="rId16"/>
    <p:sldLayoutId id="2147484667" r:id="rId17"/>
    <p:sldLayoutId id="2147484668" r:id="rId18"/>
    <p:sldLayoutId id="2147484669" r:id="rId19"/>
    <p:sldLayoutId id="2147484670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2" r:id="rId1"/>
    <p:sldLayoutId id="2147484673" r:id="rId2"/>
    <p:sldLayoutId id="2147484674" r:id="rId3"/>
    <p:sldLayoutId id="2147484675" r:id="rId4"/>
    <p:sldLayoutId id="2147484676" r:id="rId5"/>
    <p:sldLayoutId id="2147484677" r:id="rId6"/>
    <p:sldLayoutId id="2147484678" r:id="rId7"/>
    <p:sldLayoutId id="2147484679" r:id="rId8"/>
    <p:sldLayoutId id="2147484680" r:id="rId9"/>
    <p:sldLayoutId id="2147484681" r:id="rId10"/>
    <p:sldLayoutId id="2147484682" r:id="rId11"/>
    <p:sldLayoutId id="2147484683" r:id="rId12"/>
    <p:sldLayoutId id="2147484684" r:id="rId13"/>
    <p:sldLayoutId id="2147484685" r:id="rId14"/>
    <p:sldLayoutId id="2147484686" r:id="rId15"/>
    <p:sldLayoutId id="2147484687" r:id="rId16"/>
    <p:sldLayoutId id="2147484688" r:id="rId17"/>
    <p:sldLayoutId id="2147484689" r:id="rId18"/>
    <p:sldLayoutId id="2147484690" r:id="rId19"/>
    <p:sldLayoutId id="214748469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395366" y="719635"/>
            <a:ext cx="91440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人工智能训练师培训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3" r:id="rId1"/>
    <p:sldLayoutId id="2147484694" r:id="rId2"/>
    <p:sldLayoutId id="2147484695" r:id="rId3"/>
    <p:sldLayoutId id="2147484696" r:id="rId4"/>
    <p:sldLayoutId id="2147484697" r:id="rId5"/>
    <p:sldLayoutId id="2147484698" r:id="rId6"/>
    <p:sldLayoutId id="2147484699" r:id="rId7"/>
    <p:sldLayoutId id="2147484700" r:id="rId8"/>
    <p:sldLayoutId id="2147484701" r:id="rId9"/>
    <p:sldLayoutId id="2147484702" r:id="rId10"/>
    <p:sldLayoutId id="2147484703" r:id="rId11"/>
    <p:sldLayoutId id="2147484704" r:id="rId12"/>
    <p:sldLayoutId id="2147484705" r:id="rId13"/>
    <p:sldLayoutId id="2147484706" r:id="rId14"/>
    <p:sldLayoutId id="2147484707" r:id="rId15"/>
    <p:sldLayoutId id="2147484708" r:id="rId16"/>
    <p:sldLayoutId id="2147484709" r:id="rId17"/>
    <p:sldLayoutId id="2147484710" r:id="rId18"/>
    <p:sldLayoutId id="2147484711" r:id="rId19"/>
    <p:sldLayoutId id="2147484712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55925"/>
            <a:ext cx="10541000" cy="1158875"/>
          </a:xfrm>
        </p:spPr>
        <p:txBody>
          <a:bodyPr/>
          <a:lstStyle/>
          <a:p>
            <a:r>
              <a:rPr kumimoji="1" lang="zh-CN" altLang="en-US" sz="5400" dirty="0">
                <a:solidFill>
                  <a:srgbClr val="C00000"/>
                </a:solidFill>
              </a:rPr>
              <a:t>考试方式</a:t>
            </a:r>
            <a:r>
              <a:rPr kumimoji="1" lang="en-US" altLang="zh-CN" sz="5400" dirty="0">
                <a:solidFill>
                  <a:srgbClr val="C00000"/>
                </a:solidFill>
              </a:rPr>
              <a:t>+</a:t>
            </a:r>
            <a:r>
              <a:rPr kumimoji="1" lang="zh-CN" altLang="en-US" sz="5400" dirty="0">
                <a:solidFill>
                  <a:srgbClr val="C00000"/>
                </a:solidFill>
              </a:rPr>
              <a:t>复习建议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81885" y="2128520"/>
            <a:ext cx="74282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5400" b="1" dirty="0">
                <a:sym typeface="+mn-ea"/>
              </a:rPr>
              <a:t>人工智能训练师（三级）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-233045" y="2226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64000" y="4860925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讲师：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40384" y="131445"/>
            <a:ext cx="8542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我出过的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F42489-14C7-4FF9-57E2-39503C86E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77" y="1265048"/>
            <a:ext cx="3245784" cy="40715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BFEC70-6596-9FE4-9A41-CA3DC9CD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157" y="1259904"/>
            <a:ext cx="3102906" cy="42567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E2660C6-4443-1E9F-4FB0-EEE23D0CD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109" y="1440019"/>
            <a:ext cx="2998603" cy="38965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26A05-299A-668D-4A3C-DC07AA20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DE32B9F-C9F5-54EC-170C-AC00A10F909F}"/>
              </a:ext>
            </a:extLst>
          </p:cNvPr>
          <p:cNvSpPr txBox="1"/>
          <p:nvPr/>
        </p:nvSpPr>
        <p:spPr>
          <a:xfrm>
            <a:off x="540384" y="131445"/>
            <a:ext cx="8542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我出的过的书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13F993-CDED-7FF5-EDE6-2A4854B7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6" y="1038715"/>
            <a:ext cx="4364928" cy="54351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B56010-2EB2-63EE-ADC3-313E9BA8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18771"/>
            <a:ext cx="4150439" cy="555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7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考试方案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人工智能训练师（三级）的认定方式分为理论知识考试和操作技能考核。理论知识考试采用闭卷机考方式，操作技能考核采用计算机机考方式。理论知识考试和操作技能考核均实行百分制，成绩皆达</a:t>
            </a:r>
            <a:r>
              <a:rPr lang="en-US" altLang="zh-CN" dirty="0"/>
              <a:t>60</a:t>
            </a:r>
            <a:r>
              <a:rPr lang="zh-CN" altLang="en-US" dirty="0"/>
              <a:t>分及以上者为合格。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735" y="2611755"/>
            <a:ext cx="7724775" cy="3152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0385" y="131445"/>
            <a:ext cx="406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考试方案介绍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考试方案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人工智能训练师（三级）的认定方式分为理论知识考试和操作技能考核。理论知识考试采用闭卷机考方式，操作技能考核采用计算机机考方式。理论知识考试和操作技能考核均实行百分制，成绩皆达</a:t>
            </a:r>
            <a:r>
              <a:rPr lang="en-US" altLang="zh-CN"/>
              <a:t>60</a:t>
            </a:r>
            <a:r>
              <a:rPr lang="zh-CN" altLang="en-US"/>
              <a:t>分及以上者为合格。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05" y="2444750"/>
            <a:ext cx="5715635" cy="4165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0385" y="131445"/>
            <a:ext cx="406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考试方案介绍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操作技能考核：以主观题、编程题、数据分析题组成，共</a:t>
            </a:r>
            <a:r>
              <a:rPr lang="en-US" altLang="zh-CN"/>
              <a:t>6</a:t>
            </a:r>
            <a:r>
              <a:t>道题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496820" y="5266690"/>
            <a:ext cx="7216140" cy="981075"/>
          </a:xfrm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主观题：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47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±</a:t>
            </a:r>
            <a:r>
              <a:rPr lang="en-US" altLang="zh-CN" sz="1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18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编程题：</a:t>
            </a:r>
            <a:r>
              <a:rPr lang="en-US" altLang="zh-CN" sz="18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44</a:t>
            </a:r>
            <a:r>
              <a:rPr lang="zh-CN" altLang="en-US" sz="18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±</a:t>
            </a:r>
            <a:r>
              <a:rPr lang="en-US" altLang="zh-CN" sz="1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en-US" altLang="zh-CN" sz="1800" b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1800" b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数据分析：</a:t>
            </a:r>
            <a:r>
              <a:rPr lang="en-US" altLang="zh-CN" sz="1800" b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1800" b="1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2173605" y="1624647"/>
          <a:ext cx="7772400" cy="3396926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项目名称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单元内容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题号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题型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问题数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配分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87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业务分析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业务流程设计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1.1.1-5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编码题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业务模块效果优化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1.2.1-5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智能训练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数据处理规范制定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编程题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编程题：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算法测试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编程题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编程题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450"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智能系统设计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智能系统监控和优化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3.1.1-5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数据分析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数据分析：</a:t>
                      </a: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altLang="en-US" sz="1100" b="0" i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人机交互流程设计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3.2.1-5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编程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题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2-6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编程题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14-18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45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培训与指导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4.1.1-5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指导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4.2.1-5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主观题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4874C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0385" y="131445"/>
            <a:ext cx="406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考试方案介绍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D787-0045-8BFE-1080-EA819FE1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3C619-CFB4-79D3-9CCE-93F46360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理论考试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33C0B-E8B6-510E-6FD4-380276AE5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693762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考试时会有</a:t>
            </a:r>
            <a:r>
              <a:rPr lang="en-US" altLang="zh-CN" dirty="0"/>
              <a:t>3</a:t>
            </a:r>
            <a:r>
              <a:rPr lang="zh-CN" altLang="en-US" dirty="0"/>
              <a:t>成新题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刷题，给到的判断和单选，做到</a:t>
            </a:r>
            <a:r>
              <a:rPr lang="en-US" altLang="zh-CN" dirty="0"/>
              <a:t>80%</a:t>
            </a:r>
            <a:r>
              <a:rPr lang="zh-CN" altLang="en-US" dirty="0"/>
              <a:t>的正确率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多选有时间的话就看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判断</a:t>
            </a:r>
            <a:r>
              <a:rPr lang="en-US" altLang="zh-CN" dirty="0"/>
              <a:t>+</a:t>
            </a:r>
            <a:r>
              <a:rPr lang="zh-CN" altLang="en-US" dirty="0"/>
              <a:t>单选总体刷</a:t>
            </a:r>
            <a:r>
              <a:rPr lang="en-US" altLang="zh-CN" dirty="0"/>
              <a:t>5</a:t>
            </a:r>
            <a:r>
              <a:rPr lang="zh-CN" altLang="en-US" dirty="0"/>
              <a:t>轮，总体耗时</a:t>
            </a:r>
            <a:r>
              <a:rPr lang="en-US" altLang="zh-CN" dirty="0"/>
              <a:t>6</a:t>
            </a:r>
            <a:r>
              <a:rPr lang="zh-CN" altLang="en-US" dirty="0"/>
              <a:t>到</a:t>
            </a:r>
            <a:r>
              <a:rPr lang="en-US" altLang="zh-CN" dirty="0"/>
              <a:t>8</a:t>
            </a:r>
            <a:r>
              <a:rPr lang="zh-CN" altLang="en-US" dirty="0"/>
              <a:t>个小时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07B4FF-4F7F-6CDB-923D-EB92320F0E99}"/>
              </a:ext>
            </a:extLst>
          </p:cNvPr>
          <p:cNvSpPr txBox="1"/>
          <p:nvPr/>
        </p:nvSpPr>
        <p:spPr>
          <a:xfrm>
            <a:off x="540385" y="131445"/>
            <a:ext cx="406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过考试的复习建议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B2DDA2D-1F57-9245-DE0D-8FA203F1E45A}"/>
              </a:ext>
            </a:extLst>
          </p:cNvPr>
          <p:cNvSpPr txBox="1">
            <a:spLocks/>
          </p:cNvSpPr>
          <p:nvPr/>
        </p:nvSpPr>
        <p:spPr>
          <a:xfrm>
            <a:off x="540385" y="3422750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上机考试</a:t>
            </a: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80606D71-78C5-2D38-F583-6701E3FC8EB8}"/>
              </a:ext>
            </a:extLst>
          </p:cNvPr>
          <p:cNvSpPr txBox="1">
            <a:spLocks/>
          </p:cNvSpPr>
          <p:nvPr/>
        </p:nvSpPr>
        <p:spPr>
          <a:xfrm>
            <a:off x="710880" y="4162006"/>
            <a:ext cx="10698800" cy="169376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 </a:t>
            </a:r>
            <a:r>
              <a:rPr lang="zh-CN" altLang="en-US" dirty="0"/>
              <a:t>代码题当完形填空去做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主观题当阅读理解去做，适当要多背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一定别去多关注技能点，上课前，不熟悉知识点，考试后，依然不熟悉，但考试过了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上机题，一般全部练习个</a:t>
            </a:r>
            <a:r>
              <a:rPr lang="en-US" altLang="zh-CN" dirty="0"/>
              <a:t>5</a:t>
            </a:r>
            <a:r>
              <a:rPr lang="zh-CN" altLang="en-US" dirty="0"/>
              <a:t>轮，一般耗时</a:t>
            </a:r>
            <a:r>
              <a:rPr lang="en-US" altLang="zh-CN" dirty="0"/>
              <a:t>10</a:t>
            </a:r>
            <a:r>
              <a:rPr lang="zh-CN" altLang="en-US" dirty="0"/>
              <a:t>个小时</a:t>
            </a:r>
          </a:p>
        </p:txBody>
      </p:sp>
    </p:spTree>
    <p:extLst>
      <p:ext uri="{BB962C8B-B14F-4D97-AF65-F5344CB8AC3E}">
        <p14:creationId xmlns:p14="http://schemas.microsoft.com/office/powerpoint/2010/main" val="321026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C71F-0345-B955-7404-DE7F8F39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329F1C-478F-B977-866E-E747E1D021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648635"/>
            <a:ext cx="10698800" cy="5778291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哪怕有基础，机器学习</a:t>
            </a:r>
            <a:r>
              <a:rPr lang="en-US" altLang="zh-CN" dirty="0"/>
              <a:t>+</a:t>
            </a:r>
            <a:r>
              <a:rPr lang="zh-CN" altLang="en-US" dirty="0"/>
              <a:t>深度学习</a:t>
            </a:r>
            <a:r>
              <a:rPr lang="en-US" altLang="zh-CN" dirty="0"/>
              <a:t>+</a:t>
            </a:r>
            <a:r>
              <a:rPr lang="zh-CN" altLang="en-US" dirty="0"/>
              <a:t>模型训练，不是</a:t>
            </a:r>
            <a:r>
              <a:rPr lang="en-US" altLang="zh-CN" dirty="0"/>
              <a:t>4</a:t>
            </a:r>
            <a:r>
              <a:rPr lang="zh-CN" altLang="en-US" dirty="0"/>
              <a:t>次课能学好的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应对：刷题</a:t>
            </a:r>
            <a:r>
              <a:rPr lang="en-US" altLang="zh-CN" dirty="0"/>
              <a:t>+</a:t>
            </a:r>
            <a:r>
              <a:rPr lang="zh-CN" altLang="en-US" dirty="0"/>
              <a:t>背诵</a:t>
            </a:r>
            <a:r>
              <a:rPr lang="en-US" altLang="zh-CN" dirty="0"/>
              <a:t>+</a:t>
            </a:r>
            <a:r>
              <a:rPr lang="zh-CN" altLang="en-US" dirty="0"/>
              <a:t>多练习，本次课程的目的是过考试，而不是学技能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缺乏练习环境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应对：尽快安装好</a:t>
            </a:r>
            <a:r>
              <a:rPr lang="en-US" altLang="zh-CN" dirty="0" err="1"/>
              <a:t>python+excel</a:t>
            </a:r>
            <a:r>
              <a:rPr lang="zh-CN" altLang="en-US" dirty="0"/>
              <a:t>环境，最好是基于</a:t>
            </a:r>
            <a:r>
              <a:rPr lang="en-US" altLang="zh-CN" dirty="0"/>
              <a:t>windows</a:t>
            </a:r>
            <a:r>
              <a:rPr lang="zh-CN" altLang="en-US" dirty="0"/>
              <a:t>的，</a:t>
            </a:r>
            <a:r>
              <a:rPr lang="en-US" altLang="zh-CN" dirty="0"/>
              <a:t>mac</a:t>
            </a:r>
            <a:r>
              <a:rPr lang="zh-CN" altLang="en-US" dirty="0"/>
              <a:t>和考试环境不一样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5 </a:t>
            </a:r>
            <a:r>
              <a:rPr lang="zh-CN" altLang="en-US" dirty="0"/>
              <a:t>不理解考试中的技能点</a:t>
            </a:r>
            <a:endParaRPr lang="en-US" altLang="zh-CN" dirty="0"/>
          </a:p>
          <a:p>
            <a:r>
              <a:rPr lang="en-US" altLang="zh-CN" dirty="0"/>
              <a:t>6 </a:t>
            </a:r>
            <a:r>
              <a:rPr lang="zh-CN" altLang="en-US" dirty="0"/>
              <a:t>应对：这个没办法，按上课所讲，理解</a:t>
            </a:r>
            <a:r>
              <a:rPr lang="en-US" altLang="zh-CN" dirty="0"/>
              <a:t>+</a:t>
            </a:r>
            <a:r>
              <a:rPr lang="zh-CN" altLang="en-US" dirty="0"/>
              <a:t>背诵，可以不理解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7 </a:t>
            </a:r>
            <a:r>
              <a:rPr lang="zh-CN" altLang="en-US" dirty="0"/>
              <a:t>考试时间其实很紧张</a:t>
            </a:r>
            <a:endParaRPr lang="en-US" altLang="zh-CN" dirty="0"/>
          </a:p>
          <a:p>
            <a:r>
              <a:rPr lang="en-US" altLang="zh-CN" dirty="0"/>
              <a:t>8 </a:t>
            </a:r>
            <a:r>
              <a:rPr lang="zh-CN" altLang="en-US" dirty="0"/>
              <a:t>应对：事先搞明白所有题目的含义，考试时别多看题干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9 </a:t>
            </a:r>
            <a:r>
              <a:rPr lang="zh-CN" altLang="en-US" dirty="0"/>
              <a:t>工作忙，平时没时间练习</a:t>
            </a:r>
            <a:endParaRPr lang="en-US" altLang="zh-CN" dirty="0"/>
          </a:p>
          <a:p>
            <a:r>
              <a:rPr lang="en-US" altLang="zh-CN" dirty="0"/>
              <a:t>10 </a:t>
            </a:r>
            <a:r>
              <a:rPr lang="zh-CN" altLang="en-US" dirty="0"/>
              <a:t>应对：上课预留足够多的时间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7D9AE2-8A94-89D7-00AB-A36D8E2804EF}"/>
              </a:ext>
            </a:extLst>
          </p:cNvPr>
          <p:cNvSpPr txBox="1"/>
          <p:nvPr/>
        </p:nvSpPr>
        <p:spPr>
          <a:xfrm>
            <a:off x="540385" y="126665"/>
            <a:ext cx="70186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基础薄弱，过考试的痛点和应对</a:t>
            </a:r>
          </a:p>
        </p:txBody>
      </p:sp>
    </p:spTree>
    <p:extLst>
      <p:ext uri="{BB962C8B-B14F-4D97-AF65-F5344CB8AC3E}">
        <p14:creationId xmlns:p14="http://schemas.microsoft.com/office/powerpoint/2010/main" val="189686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ZkYTJkNzE0MTQyM2UwNjIzM2M4NTRhMDdhZDM2Nzk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2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2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2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2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2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2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2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2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2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3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3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3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3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579</Words>
  <Application>Microsoft Office PowerPoint</Application>
  <PresentationFormat>宽屏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56</vt:i4>
      </vt:variant>
      <vt:variant>
        <vt:lpstr>幻灯片标题</vt:lpstr>
      </vt:variant>
      <vt:variant>
        <vt:i4>8</vt:i4>
      </vt:variant>
    </vt:vector>
  </HeadingPairs>
  <TitlesOfParts>
    <vt:vector size="79" baseType="lpstr">
      <vt:lpstr>Alibaba PuHuiTi B</vt:lpstr>
      <vt:lpstr>Alibaba PuHuiTi M</vt:lpstr>
      <vt:lpstr>Alibaba PuHuiTi Medium</vt:lpstr>
      <vt:lpstr>Alibaba PuHuiTi R</vt:lpstr>
      <vt:lpstr>阿里巴巴普惠体</vt:lpstr>
      <vt:lpstr>等线</vt:lpstr>
      <vt:lpstr>黑体</vt:lpstr>
      <vt:lpstr>华文楷体</vt:lpstr>
      <vt:lpstr>宋体</vt:lpstr>
      <vt:lpstr>微软雅黑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13_正文设计方案</vt:lpstr>
      <vt:lpstr>14_正文设计方案</vt:lpstr>
      <vt:lpstr>15_正文设计方案</vt:lpstr>
      <vt:lpstr>16_正文设计方案</vt:lpstr>
      <vt:lpstr>17_正文设计方案</vt:lpstr>
      <vt:lpstr>18_正文设计方案</vt:lpstr>
      <vt:lpstr>19_正文设计方案</vt:lpstr>
      <vt:lpstr>20_正文设计方案</vt:lpstr>
      <vt:lpstr>21_正文设计方案</vt:lpstr>
      <vt:lpstr>22_正文设计方案</vt:lpstr>
      <vt:lpstr>10_正文设计方案</vt:lpstr>
      <vt:lpstr>6_正文设计方案</vt:lpstr>
      <vt:lpstr>7_正文设计方案</vt:lpstr>
      <vt:lpstr>8_正文设计方案</vt:lpstr>
      <vt:lpstr>9_正文设计方案</vt:lpstr>
      <vt:lpstr>11_正文设计方案</vt:lpstr>
      <vt:lpstr>12_正文设计方案</vt:lpstr>
      <vt:lpstr>23_正文设计方案</vt:lpstr>
      <vt:lpstr>14_正文设计方案</vt:lpstr>
      <vt:lpstr>17_正文设计方案</vt:lpstr>
      <vt:lpstr>18_正文设计方案</vt:lpstr>
      <vt:lpstr>15_正文设计方案</vt:lpstr>
      <vt:lpstr>19_正文设计方案</vt:lpstr>
      <vt:lpstr>20_正文设计方案</vt:lpstr>
      <vt:lpstr>16_正文设计方案</vt:lpstr>
      <vt:lpstr>21_正文设计方案</vt:lpstr>
      <vt:lpstr>22_正文设计方案</vt:lpstr>
      <vt:lpstr>24_正文设计方案</vt:lpstr>
      <vt:lpstr>25_正文设计方案</vt:lpstr>
      <vt:lpstr>26_正文设计方案</vt:lpstr>
      <vt:lpstr>27_正文设计方案</vt:lpstr>
      <vt:lpstr>28_正文设计方案</vt:lpstr>
      <vt:lpstr>29_正文设计方案</vt:lpstr>
      <vt:lpstr>30_正文设计方案</vt:lpstr>
      <vt:lpstr>31_正文设计方案</vt:lpstr>
      <vt:lpstr>32_正文设计方案</vt:lpstr>
      <vt:lpstr>33_正文设计方案</vt:lpstr>
      <vt:lpstr>考试方式+复习建议</vt:lpstr>
      <vt:lpstr>PowerPoint 演示文稿</vt:lpstr>
      <vt:lpstr>PowerPoint 演示文稿</vt:lpstr>
      <vt:lpstr>考试方案</vt:lpstr>
      <vt:lpstr>考试方案</vt:lpstr>
      <vt:lpstr>操作技能考核：以主观题、编程题、数据分析题组成，共6道题</vt:lpstr>
      <vt:lpstr>理论考试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admin</cp:lastModifiedBy>
  <cp:revision>6044</cp:revision>
  <dcterms:created xsi:type="dcterms:W3CDTF">2020-03-31T02:23:00Z</dcterms:created>
  <dcterms:modified xsi:type="dcterms:W3CDTF">2025-08-07T23:15:21Z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09D7013795A8414290EA5837F97F259C_12</vt:lpwstr>
  </property>
  <property fmtid="{D5CDD505-2E9C-101B-9397-08002B2CF9AE}" pid="3" name="KSOProductBuildVer">
    <vt:lpwstr>2052-12.1.0.16929</vt:lpwstr>
  </property>
</Properties>
</file>